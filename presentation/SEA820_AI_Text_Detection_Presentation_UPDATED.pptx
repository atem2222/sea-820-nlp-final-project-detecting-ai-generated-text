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8" r:id="rId6"/>
    <p:sldId id="259" r:id="rId7"/>
    <p:sldId id="260" r:id="rId8"/>
    <p:sldId id="263" r:id="rId9"/>
    <p:sldId id="265" r:id="rId10"/>
    <p:sldId id="277" r:id="rId11"/>
    <p:sldId id="268" r:id="rId12"/>
    <p:sldId id="274" r:id="rId13"/>
    <p:sldId id="27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6C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432" autoAdjust="0"/>
  </p:normalViewPr>
  <p:slideViewPr>
    <p:cSldViewPr snapToGrid="0">
      <p:cViewPr varScale="1">
        <p:scale>
          <a:sx n="71" d="100"/>
          <a:sy n="71" d="100"/>
        </p:scale>
        <p:origin x="1138" y="5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 w="12700">
              <a:solidFill>
                <a:schemeClr val="accent6"/>
              </a:solidFill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20XX</c:v>
                </c:pt>
                <c:pt idx="1">
                  <c:v>20XX</c:v>
                </c:pt>
                <c:pt idx="2">
                  <c:v>20XX</c:v>
                </c:pt>
                <c:pt idx="3">
                  <c:v>20XX</c:v>
                </c:pt>
              </c:strCache>
            </c:strRef>
          </c:cat>
          <c:val>
            <c:numRef>
              <c:f>Sheet1!$B$2:$B$5</c:f>
              <c:numCache>
                <c:formatCode>[$$-409]#,##0</c:formatCode>
                <c:ptCount val="4"/>
                <c:pt idx="0">
                  <c:v>10000</c:v>
                </c:pt>
                <c:pt idx="1">
                  <c:v>20000</c:v>
                </c:pt>
                <c:pt idx="2">
                  <c:v>30000</c:v>
                </c:pt>
                <c:pt idx="3">
                  <c:v>40000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674-41B8-B572-B82F2D13DC0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overlap val="-100"/>
        <c:axId val="694597680"/>
        <c:axId val="694598992"/>
      </c:barChart>
      <c:catAx>
        <c:axId val="69459768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6350" cap="flat" cmpd="sng" algn="ctr">
            <a:solidFill>
              <a:schemeClr val="accent3">
                <a:alpha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8992"/>
        <c:crosses val="autoZero"/>
        <c:auto val="1"/>
        <c:lblAlgn val="ctr"/>
        <c:lblOffset val="100"/>
        <c:noMultiLvlLbl val="0"/>
      </c:catAx>
      <c:valAx>
        <c:axId val="694598992"/>
        <c:scaling>
          <c:orientation val="minMax"/>
          <c:max val="40000"/>
        </c:scaling>
        <c:delete val="0"/>
        <c:axPos val="l"/>
        <c:majorGridlines>
          <c:spPr>
            <a:ln w="6350" cap="flat" cmpd="sng" algn="ctr">
              <a:solidFill>
                <a:schemeClr val="accent3">
                  <a:alpha val="40000"/>
                </a:schemeClr>
              </a:solidFill>
              <a:round/>
            </a:ln>
            <a:effectLst/>
          </c:spPr>
        </c:majorGridlines>
        <c:numFmt formatCode="[$$-409]#,##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94597680"/>
        <c:crosses val="autoZero"/>
        <c:crossBetween val="between"/>
        <c:majorUnit val="10000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047056-A4A4-49C6-B53A-A3B5AD2C9E0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56B0B6-1521-4655-A849-832BDEEDBBA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A7818-9FD1-4A4A-BBB8-A8F7A885158A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D0097-1060-4E43-8794-A93E30064AC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9457E5-A2BA-4F1E-ACE4-06A1C8C83D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B95B5C-AE81-486B-8299-C690ADF087B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63229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068347-4327-4298-850E-31E39F309FB1}" type="datetimeFigureOut">
              <a:rPr lang="en-US" smtClean="0"/>
              <a:t>7/20/2026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2D2F8-28A7-48E8-ADD3-E9583D47D8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79189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9581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22D2F8-28A7-48E8-ADD3-E9583D47D83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24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C7F6B47B-FE57-44F5-B5A8-26DF978ABF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F9444BC-BA6E-47AE-9F54-D7B7A49832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25674" y="1327759"/>
            <a:ext cx="4989628" cy="1929505"/>
          </a:xfrm>
          <a:prstGeom prst="rect">
            <a:avLst/>
          </a:prstGeom>
        </p:spPr>
        <p:txBody>
          <a:bodyPr anchor="b"/>
          <a:lstStyle>
            <a:lvl1pPr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36ACD8B9-402D-4E40-BE1F-41060444814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934" y="3257264"/>
            <a:ext cx="4989628" cy="81602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080328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65AAE033-7EA4-4A87-A126-29FE427645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1" name="Oval 30">
            <a:extLst>
              <a:ext uri="{FF2B5EF4-FFF2-40B4-BE49-F238E27FC236}">
                <a16:creationId xmlns:a16="http://schemas.microsoft.com/office/drawing/2014/main" id="{A5F6FE17-A48F-4A3E-8719-1DE83CD6B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62048" y="1199853"/>
            <a:ext cx="3929901" cy="3929901"/>
          </a:xfrm>
          <a:prstGeom prst="ellipse">
            <a:avLst/>
          </a:prstGeom>
          <a:noFill/>
          <a:ln w="381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F73882-4B79-419D-89EE-4B7CED18D9E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1623" y="2210810"/>
            <a:ext cx="4579970" cy="53803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EF50E1F4-245D-4104-AFDB-25D35D7C5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4661" y="2747550"/>
            <a:ext cx="5309918" cy="2872039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3A2FF74-415E-49BB-B2ED-E04C7B50BD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63453" y="1433033"/>
            <a:ext cx="3527091" cy="3463540"/>
          </a:xfrm>
          <a:prstGeom prst="ellipse">
            <a:avLst/>
          </a:prstGeom>
        </p:spPr>
        <p:txBody>
          <a:bodyPr/>
          <a:lstStyle>
            <a:lvl1pPr marL="0" indent="0" algn="ctr">
              <a:buFont typeface="+mj-lt"/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1847553A-14C8-45EB-88C7-05CE63B7E3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E7FABA93-7D08-4CFE-B3A8-D44B1A0F36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FBD26C03-0B97-464A-A39C-A1F339DBAC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260922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C80EFA4-265B-48D2-AE72-8585EEED6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C648289-A550-4F4F-96C8-3D82FCE94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87069" y="695093"/>
            <a:ext cx="4919354" cy="66749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33EEFC4F-DE64-450E-9DD5-65D08E123C2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9594" y="1873815"/>
            <a:ext cx="2556579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38C58F5B-7BA2-42E8-B66A-4561678ADD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99595" y="2178444"/>
            <a:ext cx="2556579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6743AAE-DD8A-4954-B033-100DF6D9755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538997" y="1873815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7B5D3C5-66A2-486B-9B1D-A7075D150C2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8997" y="2178444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AD063EDB-47FD-44F8-9344-12CBC2AE0B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199595" y="4071261"/>
            <a:ext cx="2556577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4586DE3-CDE9-4337-A49D-C1031595E36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199596" y="4383943"/>
            <a:ext cx="2556577" cy="13282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64F0745D-06FC-4840-B9DF-3176DEDA6F6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538997" y="4071261"/>
            <a:ext cx="2556578" cy="3651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F29A1EC1-1F01-46ED-BF67-15FE9E12068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8997" y="4375890"/>
            <a:ext cx="2556578" cy="129108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Footer Placeholder 15">
            <a:extLst>
              <a:ext uri="{FF2B5EF4-FFF2-40B4-BE49-F238E27FC236}">
                <a16:creationId xmlns:a16="http://schemas.microsoft.com/office/drawing/2014/main" id="{B2A74AF7-DFFE-4795-8CF0-8C90F6C3E5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2" name="Slide Number Placeholder 16">
            <a:extLst>
              <a:ext uri="{FF2B5EF4-FFF2-40B4-BE49-F238E27FC236}">
                <a16:creationId xmlns:a16="http://schemas.microsoft.com/office/drawing/2014/main" id="{13F4D90B-645E-4CFF-8AA0-91C26984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3" name="Date Placeholder 14">
            <a:extLst>
              <a:ext uri="{FF2B5EF4-FFF2-40B4-BE49-F238E27FC236}">
                <a16:creationId xmlns:a16="http://schemas.microsoft.com/office/drawing/2014/main" id="{21EA3114-5B31-47ED-9AB6-EE59E58037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074144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6D81B66-9FC1-4E48-808B-98B1726D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747F51C0-908A-420C-B5BC-5685D0E9523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9716" y="1823625"/>
            <a:ext cx="4719884" cy="58003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835D01-B0D4-49D8-B947-C2062305C5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9005" y="4230943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0B4ACDBA-7606-44B8-B1E1-C4750F8952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9005" y="4546458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D24600D7-8A94-406B-9274-351140BE27D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237502" y="4234631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5FE6844F-9BC3-4E56-82B1-0B53BE292B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37503" y="4550146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105C7AE2-E0F2-4EA9-B804-774B125FB0D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096000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4B70930A-D98B-43B3-BC32-B48D9D7F06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096000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500DE4BC-2A21-4C62-8F5C-AFE1D0AEDFB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46967" y="4218499"/>
            <a:ext cx="2640803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0EEFD44C-4B64-4246-BC04-76812ED5E09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946967" y="4534014"/>
            <a:ext cx="2640803" cy="1616414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AB492A3E-766F-42FE-A5F7-88807B5959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84AE79C-95F2-4A84-B62A-95B076FB02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1C2E5CE3-E252-4255-BF5E-8B4F1F3A16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5E5C588-A831-4EB3-BFDF-78002F7D5507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1408479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6" name="Picture Placeholder 13">
            <a:extLst>
              <a:ext uri="{FF2B5EF4-FFF2-40B4-BE49-F238E27FC236}">
                <a16:creationId xmlns:a16="http://schemas.microsoft.com/office/drawing/2014/main" id="{AD31BE3F-B09E-4BCC-947F-3D4DB153E35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266976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7" name="Picture Placeholder 13">
            <a:extLst>
              <a:ext uri="{FF2B5EF4-FFF2-40B4-BE49-F238E27FC236}">
                <a16:creationId xmlns:a16="http://schemas.microsoft.com/office/drawing/2014/main" id="{0BF7BBBD-C42C-408E-8F10-7B1BF3C53EF0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972085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13">
            <a:extLst>
              <a:ext uri="{FF2B5EF4-FFF2-40B4-BE49-F238E27FC236}">
                <a16:creationId xmlns:a16="http://schemas.microsoft.com/office/drawing/2014/main" id="{74FF5159-7129-4F52-B5B7-13F2D04EAD34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7109232" y="3330145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310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4076C2D-3CFB-4EFB-8012-9F6E653336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1D3A9EE-57EE-476A-A657-3A40198189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6218" y="690802"/>
            <a:ext cx="4936277" cy="575890"/>
          </a:xfrm>
          <a:prstGeom prst="rect">
            <a:avLst/>
          </a:prstGeom>
        </p:spPr>
        <p:txBody>
          <a:bodyPr/>
          <a:lstStyle>
            <a:lvl1pPr algn="l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A0CB777-EF14-4BA6-A19D-697B165B1D3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9006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0053894D-FD48-4BB5-84D8-2EE54EC8D7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006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8" name="Text Placeholder 14">
            <a:extLst>
              <a:ext uri="{FF2B5EF4-FFF2-40B4-BE49-F238E27FC236}">
                <a16:creationId xmlns:a16="http://schemas.microsoft.com/office/drawing/2014/main" id="{32A7FBEC-71F7-4A1F-82A1-C7FBFE05185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913979" y="256867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00EDBC93-E454-47AD-B9C9-E7CCE8DE6B5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913979" y="286198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4" name="Text Placeholder 14">
            <a:extLst>
              <a:ext uri="{FF2B5EF4-FFF2-40B4-BE49-F238E27FC236}">
                <a16:creationId xmlns:a16="http://schemas.microsoft.com/office/drawing/2014/main" id="{E792D94E-72D4-43F1-8063-14A3F6270A3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190069" y="5044309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3" name="Text Placeholder 14">
            <a:extLst>
              <a:ext uri="{FF2B5EF4-FFF2-40B4-BE49-F238E27FC236}">
                <a16:creationId xmlns:a16="http://schemas.microsoft.com/office/drawing/2014/main" id="{C18EBA8F-5A95-4501-A602-A9889F0CE3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190069" y="5337618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AF03D6DF-70BB-4EC0-B7BF-94BB780FDF0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13980" y="5047681"/>
            <a:ext cx="3008631" cy="3481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A21FAF3A-556C-4A61-B1C4-E6FB98BE40B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913980" y="5340990"/>
            <a:ext cx="3008630" cy="63668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Footer Placeholder 15">
            <a:extLst>
              <a:ext uri="{FF2B5EF4-FFF2-40B4-BE49-F238E27FC236}">
                <a16:creationId xmlns:a16="http://schemas.microsoft.com/office/drawing/2014/main" id="{54442D89-5EE7-4BC5-A35D-B0F93DD362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3" name="Slide Number Placeholder 16">
            <a:extLst>
              <a:ext uri="{FF2B5EF4-FFF2-40B4-BE49-F238E27FC236}">
                <a16:creationId xmlns:a16="http://schemas.microsoft.com/office/drawing/2014/main" id="{DC13E404-DE29-4300-A8D5-25F34585A4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4" name="Date Placeholder 14">
            <a:extLst>
              <a:ext uri="{FF2B5EF4-FFF2-40B4-BE49-F238E27FC236}">
                <a16:creationId xmlns:a16="http://schemas.microsoft.com/office/drawing/2014/main" id="{1EAC24B5-8E72-46CA-9A6A-4A6D6EA2C06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1F11D19-3D38-460E-A8AF-F6A30642EC0D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419006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4">
            <a:extLst>
              <a:ext uri="{FF2B5EF4-FFF2-40B4-BE49-F238E27FC236}">
                <a16:creationId xmlns:a16="http://schemas.microsoft.com/office/drawing/2014/main" id="{F915DDB2-3A13-4240-8ECB-677499946C1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913979" y="181885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4">
            <a:extLst>
              <a:ext uri="{FF2B5EF4-FFF2-40B4-BE49-F238E27FC236}">
                <a16:creationId xmlns:a16="http://schemas.microsoft.com/office/drawing/2014/main" id="{E9059CA0-144F-4780-BA0D-005B827AAECE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190069" y="4281832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4">
            <a:extLst>
              <a:ext uri="{FF2B5EF4-FFF2-40B4-BE49-F238E27FC236}">
                <a16:creationId xmlns:a16="http://schemas.microsoft.com/office/drawing/2014/main" id="{B770164C-988C-4217-B0E9-7D0DC17C8BC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7908115" y="4294030"/>
            <a:ext cx="603504" cy="6035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324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540A63-9BB9-478A-BE65-7A9010183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67FB1D5-16C4-4AAC-9E31-560F596F8D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72555" y="1823626"/>
            <a:ext cx="4569572" cy="580029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269BEF2-E65B-4046-B8D1-1E5DC6D5829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6595" y="2807310"/>
            <a:ext cx="5824073" cy="1940149"/>
          </a:xfrm>
          <a:prstGeom prst="rect">
            <a:avLst/>
          </a:prstGeom>
        </p:spPr>
        <p:txBody>
          <a:bodyPr anchor="t"/>
          <a:lstStyle>
            <a:lvl1pPr marL="0" indent="0" algn="ctr">
              <a:lnSpc>
                <a:spcPct val="200000"/>
              </a:lnSpc>
              <a:spcBef>
                <a:spcPts val="0"/>
              </a:spcBef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8" name="Footer Placeholder 15">
            <a:extLst>
              <a:ext uri="{FF2B5EF4-FFF2-40B4-BE49-F238E27FC236}">
                <a16:creationId xmlns:a16="http://schemas.microsoft.com/office/drawing/2014/main" id="{D89CE923-C669-4E0E-8161-BB328133EE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9" name="Slide Number Placeholder 16">
            <a:extLst>
              <a:ext uri="{FF2B5EF4-FFF2-40B4-BE49-F238E27FC236}">
                <a16:creationId xmlns:a16="http://schemas.microsoft.com/office/drawing/2014/main" id="{C820EE41-4997-4CD3-B951-56ECA88425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0" name="Date Placeholder 14">
            <a:extLst>
              <a:ext uri="{FF2B5EF4-FFF2-40B4-BE49-F238E27FC236}">
                <a16:creationId xmlns:a16="http://schemas.microsoft.com/office/drawing/2014/main" id="{A2A3BC0C-B522-4DA2-BBC0-AC180D8B2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191379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5F31BC2D-187A-4ED3-8D67-C55187E532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947F2F5-8E72-425B-A8C2-2B3262F730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5440" y="2741026"/>
            <a:ext cx="5002478" cy="2357066"/>
          </a:xfrm>
          <a:prstGeom prst="rect">
            <a:avLst/>
          </a:prstGeom>
        </p:spPr>
        <p:txBody>
          <a:bodyPr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250547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490FC0B-50EB-42D6-A2A5-E02EE642E2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6" name="Title 15">
            <a:extLst>
              <a:ext uri="{FF2B5EF4-FFF2-40B4-BE49-F238E27FC236}">
                <a16:creationId xmlns:a16="http://schemas.microsoft.com/office/drawing/2014/main" id="{04AFCE56-D794-4638-A3EC-63DCFB4B6F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5511" y="760406"/>
            <a:ext cx="5424988" cy="57924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318D6597-136D-4434-B628-D387BBEEC3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65511" y="3417877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0691DF94-6587-4325-9C04-970034F1A8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5511" y="3766050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A3CE4E75-7868-44AD-9AF2-753E07BE78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4520" y="3400925"/>
            <a:ext cx="280628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8A9FE9C2-0801-4D41-A54B-E00BC7AB7C1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14520" y="3749098"/>
            <a:ext cx="280628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632FBCC2-2CDB-448A-AA61-8D99495226A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063529" y="3400925"/>
            <a:ext cx="2692240" cy="3651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7F6A4D9D-1690-4C0A-9F62-1FE93C0145F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063529" y="3749098"/>
            <a:ext cx="2692240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48863DDD-C3CC-439D-B738-34F6E8960A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A4788388-29C8-4E9F-BF82-A1648088A8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5E6E1CB5-0E5F-4B44-8044-4010565FCF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385285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E96CB8F-A88F-40C3-A65B-8C33A16A0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086E70-8E77-436D-93CE-4BCD3EC94B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80501"/>
            <a:ext cx="5097428" cy="991689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C95B0D27-123C-4F09-AEDC-7874964B77B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92337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F3772143-8573-4FED-977E-651FC59C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2336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FD80858-A8CA-496F-8CC0-5ACDBE65112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587933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2B840B1F-9319-4653-84C5-FF1FDC5E9D9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87931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0882E4D8-D2AA-4EA0-BBCE-50334E8D16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3530" y="3400981"/>
            <a:ext cx="2693128" cy="991689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5400" kern="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6" name="Text Placeholder 14">
            <a:extLst>
              <a:ext uri="{FF2B5EF4-FFF2-40B4-BE49-F238E27FC236}">
                <a16:creationId xmlns:a16="http://schemas.microsoft.com/office/drawing/2014/main" id="{97EFBCD4-F812-493F-895A-3449020A065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83528" y="4670980"/>
            <a:ext cx="2693129" cy="1151633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50000"/>
              </a:lnSpc>
              <a:spcBef>
                <a:spcPts val="0"/>
              </a:spcBef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0" name="Footer Placeholder 15">
            <a:extLst>
              <a:ext uri="{FF2B5EF4-FFF2-40B4-BE49-F238E27FC236}">
                <a16:creationId xmlns:a16="http://schemas.microsoft.com/office/drawing/2014/main" id="{698D43C2-06AB-4549-BCD0-CBDCA06532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1" name="Slide Number Placeholder 16">
            <a:extLst>
              <a:ext uri="{FF2B5EF4-FFF2-40B4-BE49-F238E27FC236}">
                <a16:creationId xmlns:a16="http://schemas.microsoft.com/office/drawing/2014/main" id="{7B2AB1D3-DFF0-43A8-BDE0-52FB314E03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2" name="Date Placeholder 14">
            <a:extLst>
              <a:ext uri="{FF2B5EF4-FFF2-40B4-BE49-F238E27FC236}">
                <a16:creationId xmlns:a16="http://schemas.microsoft.com/office/drawing/2014/main" id="{28A81ABF-135E-483F-9992-6F79C2F559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078761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pportunity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raphic 36">
            <a:extLst>
              <a:ext uri="{FF2B5EF4-FFF2-40B4-BE49-F238E27FC236}">
                <a16:creationId xmlns:a16="http://schemas.microsoft.com/office/drawing/2014/main" id="{133E6176-F4F6-41F9-8F2A-BA6586E16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AC667-531B-4E40-98C6-B36847DE06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29799" y="1377876"/>
            <a:ext cx="5097428" cy="918377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42930722-7AFE-41FC-8830-E2075CE783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35012" y="272404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4FD0E59A-1834-4F86-8ED3-1EBC643224D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67209" y="2930881"/>
            <a:ext cx="3639904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7084F479-66F8-4110-96A2-F3A27ED1C2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267209" y="3282057"/>
            <a:ext cx="3639904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D083869-3E3D-40A3-AE1C-3384E7096A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535012" y="3882118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ECD259C4-54A9-4BCA-A693-5A8F91D824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67209" y="4097257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3099E6DD-0A81-4AD6-97AD-DB777418E5D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67209" y="4448433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01E19938-3E97-4D01-9075-1BB1AF8DDF0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535012" y="5046627"/>
            <a:ext cx="1786461" cy="107234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5400" cap="all" spc="4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FA19E736-C7E5-448A-AC90-0EB1D902C0D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58730" y="5267189"/>
            <a:ext cx="3639905" cy="387746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4C139082-0147-4871-8F86-8D4DFC57E8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58730" y="5618365"/>
            <a:ext cx="3639905" cy="48178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4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7BCF052-161B-4AD4-AE2D-DED3FA964C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E388F47C-0B7F-4C1B-B356-52A1CB56DD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4654010E-C1FB-4195-AD8B-03A8DAE012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608075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raphic 30">
            <a:extLst>
              <a:ext uri="{FF2B5EF4-FFF2-40B4-BE49-F238E27FC236}">
                <a16:creationId xmlns:a16="http://schemas.microsoft.com/office/drawing/2014/main" id="{84044BB2-E43C-47D4-AA71-04F22AA35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0F929B-B0E5-4A66-B6D7-462C68EF7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4082" y="2232234"/>
            <a:ext cx="7323836" cy="743753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4" name="Text Placeholder 14">
            <a:extLst>
              <a:ext uri="{FF2B5EF4-FFF2-40B4-BE49-F238E27FC236}">
                <a16:creationId xmlns:a16="http://schemas.microsoft.com/office/drawing/2014/main" id="{04A0468C-03A1-433C-BEB5-89CD0787ABA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69369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345DEAC-8D5A-44A0-9EA3-9A2039ADD04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69369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D2839B01-8B79-4655-BADE-8F0A935193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672448" y="3317783"/>
            <a:ext cx="4172533" cy="2746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D0AFF7FE-E069-4C57-9F9F-909B7FE43E9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672448" y="3651424"/>
            <a:ext cx="4172533" cy="2329657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chemeClr val="accent6"/>
              </a:buClr>
              <a:buFont typeface="Courier New" panose="02070309020205020404" pitchFamily="49" charset="0"/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text here</a:t>
            </a:r>
          </a:p>
        </p:txBody>
      </p: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3272142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 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172C710-E0AE-4BB2-88CC-99E77C188C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4C9529-8AA8-4D29-9375-C579768868A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4107" y="501519"/>
            <a:ext cx="10515600" cy="492025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8E86424-D329-4314-90E5-3475B98D2D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27206" y="1599947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64DB45FF-E618-4122-91A4-A6E4F2B7FC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423421" y="2378452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9D03616C-C870-402E-9CD2-D61A8C881CE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586" y="2129182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1EFBBB7D-BA85-47E3-B62F-AA1F2F44FB5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34399" y="3528829"/>
            <a:ext cx="1209143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956FCC53-780F-4831-91B6-1F8A24502CB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1018" y="3528829"/>
            <a:ext cx="1380681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5A939BCA-4047-481F-B0C2-85F9AFDDFAF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22436" y="4634331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EEACD572-F95D-4ABE-9CC6-03D3CAF89EB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859913" y="4459860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F21A51C9-DB80-45BF-8C5D-A0236927289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37403" y="4321788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34" name="Text Placeholder 14">
            <a:extLst>
              <a:ext uri="{FF2B5EF4-FFF2-40B4-BE49-F238E27FC236}">
                <a16:creationId xmlns:a16="http://schemas.microsoft.com/office/drawing/2014/main" id="{AAF01185-D17F-4327-A264-7BA9443440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927206" y="5468790"/>
            <a:ext cx="1706965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0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0F026DA0-6868-4098-AA73-18F8CB27509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86546" y="5195673"/>
            <a:ext cx="1183179" cy="4920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800" cap="all" spc="200" baseline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6886378-0368-485F-8D6E-3C9CB4C63C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2447369" y="3774842"/>
            <a:ext cx="468364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58EB2C4E-9EF3-4CC7-9BDE-ED5598CCB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4780689" y="2091972"/>
            <a:ext cx="4678" cy="3376818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ooter Placeholder 15">
            <a:extLst>
              <a:ext uri="{FF2B5EF4-FFF2-40B4-BE49-F238E27FC236}">
                <a16:creationId xmlns:a16="http://schemas.microsoft.com/office/drawing/2014/main" id="{95A4BAFB-A1C5-4E01-9E16-ED02AADB1F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2" name="Slide Number Placeholder 16">
            <a:extLst>
              <a:ext uri="{FF2B5EF4-FFF2-40B4-BE49-F238E27FC236}">
                <a16:creationId xmlns:a16="http://schemas.microsoft.com/office/drawing/2014/main" id="{D2409207-E360-4301-9134-4DA109683D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23" name="Date Placeholder 14">
            <a:extLst>
              <a:ext uri="{FF2B5EF4-FFF2-40B4-BE49-F238E27FC236}">
                <a16:creationId xmlns:a16="http://schemas.microsoft.com/office/drawing/2014/main" id="{F78AA50C-2DC6-46C5-B2CE-FB29A305F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279454539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 Strateg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FEDCC43F-6D79-4D9A-A842-74287B40D3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A8255D77-6260-4F8F-86E3-D0AAF36FA40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4345" y="1158710"/>
            <a:ext cx="5611660" cy="677782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C91A828-665B-4FC2-950E-370DF47348C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0BE18AA7-27E7-4763-A428-079E43A450D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833290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6ED488B3-3B38-4DE8-8789-E9C406DB652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53332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5717E8AA-E5DC-43D1-BED9-1A8F554EB6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008" y="3262556"/>
            <a:ext cx="1706965" cy="104857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6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83A9D178-AD0E-4E87-97B3-88B79A533B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62028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BF8B39EE-8EB7-4880-A9FE-9F98D23984F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691306" y="4704558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C74686F1-FD3B-4529-9DBC-C6E34312C5C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834982" y="4704557"/>
            <a:ext cx="2431015" cy="114894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A8B5FF2-6B96-4FE7-A6ED-0C89D74FAD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B8BB57A8-7823-42A3-BA84-96690BFFDC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902A41BF-FE61-48B9-A0B1-94AAB15381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85870678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raphic 35">
            <a:extLst>
              <a:ext uri="{FF2B5EF4-FFF2-40B4-BE49-F238E27FC236}">
                <a16:creationId xmlns:a16="http://schemas.microsoft.com/office/drawing/2014/main" id="{41C2529C-151F-488B-A358-D60A3D5521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3371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E2EB21-CF4E-4578-820A-EACF488B17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6975" y="1144939"/>
            <a:ext cx="5473874" cy="687833"/>
          </a:xfrm>
          <a:prstGeom prst="rect">
            <a:avLst/>
          </a:prstGeom>
        </p:spPr>
        <p:txBody>
          <a:bodyPr anchor="b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7F450FCB-3FE4-489F-A4BA-4BF492C226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19730" y="1836492"/>
            <a:ext cx="5152539" cy="718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cap="none" spc="2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subtitle</a:t>
            </a:r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EB6054A1-FB6D-4599-BAA9-5A51A0FA8C5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63991" y="2822318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54896-ABA6-49DF-9D5D-B2E6224DD442}"/>
              </a:ext>
            </a:extLst>
          </p:cNvPr>
          <p:cNvSpPr>
            <a:spLocks noGrp="1"/>
          </p:cNvSpPr>
          <p:nvPr>
            <p:ph sz="quarter" idx="32"/>
          </p:nvPr>
        </p:nvSpPr>
        <p:spPr>
          <a:xfrm>
            <a:off x="866775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E9FFDEA-766B-48BC-B5E5-F06563BF4DE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79875" y="2829932"/>
            <a:ext cx="3574251" cy="448769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600" cap="none" spc="2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067B5EA1-9C03-415F-A792-0E81289DB3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258AB827-653F-449B-8FE9-EC1E4F1C1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045230A5-30E4-4168-93C9-124C889B63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  <p:sp>
        <p:nvSpPr>
          <p:cNvPr id="34" name="Content Placeholder 3">
            <a:extLst>
              <a:ext uri="{FF2B5EF4-FFF2-40B4-BE49-F238E27FC236}">
                <a16:creationId xmlns:a16="http://schemas.microsoft.com/office/drawing/2014/main" id="{C1979EE6-6944-48F0-87CE-65E90A3ACC71}"/>
              </a:ext>
            </a:extLst>
          </p:cNvPr>
          <p:cNvSpPr>
            <a:spLocks noGrp="1"/>
          </p:cNvSpPr>
          <p:nvPr>
            <p:ph sz="quarter" idx="33"/>
          </p:nvPr>
        </p:nvSpPr>
        <p:spPr>
          <a:xfrm>
            <a:off x="6433647" y="3333750"/>
            <a:ext cx="4352925" cy="26368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25142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-Year Action Pl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raphic 119">
            <a:extLst>
              <a:ext uri="{FF2B5EF4-FFF2-40B4-BE49-F238E27FC236}">
                <a16:creationId xmlns:a16="http://schemas.microsoft.com/office/drawing/2014/main" id="{0D59F18F-5BD3-4E80-A69E-6D92DA9BB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0" name="Group 99">
            <a:extLst>
              <a:ext uri="{FF2B5EF4-FFF2-40B4-BE49-F238E27FC236}">
                <a16:creationId xmlns:a16="http://schemas.microsoft.com/office/drawing/2014/main" id="{79CFC79B-A403-4086-AB1A-E4F1F5AC3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2689356"/>
            <a:ext cx="8510121" cy="0"/>
            <a:chOff x="1504814" y="2488864"/>
            <a:chExt cx="8510121" cy="0"/>
          </a:xfrm>
        </p:grpSpPr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3993C126-30E8-42C9-97ED-B7968CE61D8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10C08B4-5A67-4383-9733-CF6DCA952D8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9736A6D3-72B8-4ADD-83D7-F905F1EB82F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C048AE4-D798-4F1B-874C-F9044ECC860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224A7533-05E8-464C-81E3-83136E632A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714E820A-336F-43A8-AB0D-875A28FB90F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6D557188-FB50-4CF1-85AD-28747D97DC4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1AF23435-A9FF-4958-AAD2-BC57F32090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B538E04-AA2E-459F-8D6B-7272BF9117A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379A5921-876C-47AA-BF02-FADD423D79B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9B30A0A8-B885-4ACC-A172-7A4408F0C0B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B7C7B2-16AE-4434-A8AD-0977BCB945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1698" y="512299"/>
            <a:ext cx="10515600" cy="727388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1" name="Text Placeholder 14">
            <a:extLst>
              <a:ext uri="{FF2B5EF4-FFF2-40B4-BE49-F238E27FC236}">
                <a16:creationId xmlns:a16="http://schemas.microsoft.com/office/drawing/2014/main" id="{53B0593C-E961-4FCF-8FFD-E10C0FD17BB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9242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2" name="Text Placeholder 14">
            <a:extLst>
              <a:ext uri="{FF2B5EF4-FFF2-40B4-BE49-F238E27FC236}">
                <a16:creationId xmlns:a16="http://schemas.microsoft.com/office/drawing/2014/main" id="{82A98F85-0B8A-4F76-813C-C9E7A0AD8804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360668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3" name="Text Placeholder 14">
            <a:extLst>
              <a:ext uri="{FF2B5EF4-FFF2-40B4-BE49-F238E27FC236}">
                <a16:creationId xmlns:a16="http://schemas.microsoft.com/office/drawing/2014/main" id="{0E645547-1191-4919-804B-D1DC905F3680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307743" y="1780403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3" name="Text Placeholder 14">
            <a:extLst>
              <a:ext uri="{FF2B5EF4-FFF2-40B4-BE49-F238E27FC236}">
                <a16:creationId xmlns:a16="http://schemas.microsoft.com/office/drawing/2014/main" id="{70437561-3145-4AA5-B5BF-FC2748828C0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05322" y="2436036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5924F20-2A98-40F8-8A1C-BF4BCDC2E9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540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DFA884F6-1E9E-4CB8-B4C3-3699E85DC2F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46481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7C52539B-C569-4941-87E7-C3EFCFA1B40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5423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9B18D372-BEFC-4475-B0A5-A798E6CFD62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04364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19FE16DC-63F2-4A3D-A743-C8480AE391F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3306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23422F26-58EB-43A7-A33C-2ADBC2320CF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62247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D9B50A50-093B-4DCA-929F-AF8AB169A4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1189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A60753DF-99A3-4BAF-AA47-4AD0BEAEAED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20130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0" name="Text Placeholder 14">
            <a:extLst>
              <a:ext uri="{FF2B5EF4-FFF2-40B4-BE49-F238E27FC236}">
                <a16:creationId xmlns:a16="http://schemas.microsoft.com/office/drawing/2014/main" id="{470DC77E-070B-46BC-B95C-A323D9EEC9D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9072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1" name="Text Placeholder 14">
            <a:extLst>
              <a:ext uri="{FF2B5EF4-FFF2-40B4-BE49-F238E27FC236}">
                <a16:creationId xmlns:a16="http://schemas.microsoft.com/office/drawing/2014/main" id="{E7D1C36D-258C-4B31-95BB-6C0127AEEAC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780137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2" name="Text Placeholder 14">
            <a:extLst>
              <a:ext uri="{FF2B5EF4-FFF2-40B4-BE49-F238E27FC236}">
                <a16:creationId xmlns:a16="http://schemas.microsoft.com/office/drawing/2014/main" id="{214A7064-793B-4F30-9A33-42069EF6048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569552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3" name="Text Placeholder 14">
            <a:extLst>
              <a:ext uri="{FF2B5EF4-FFF2-40B4-BE49-F238E27FC236}">
                <a16:creationId xmlns:a16="http://schemas.microsoft.com/office/drawing/2014/main" id="{5868F5A5-3ED0-4C78-A557-F4B94B123D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358963" y="2774313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4" name="Text Placeholder 14">
            <a:extLst>
              <a:ext uri="{FF2B5EF4-FFF2-40B4-BE49-F238E27FC236}">
                <a16:creationId xmlns:a16="http://schemas.microsoft.com/office/drawing/2014/main" id="{A727AB6E-B8DB-4DE5-BF92-3EDCA58B0CD4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99242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5" name="Text Placeholder 14">
            <a:extLst>
              <a:ext uri="{FF2B5EF4-FFF2-40B4-BE49-F238E27FC236}">
                <a16:creationId xmlns:a16="http://schemas.microsoft.com/office/drawing/2014/main" id="{9E6A60C5-3054-4500-AE04-5766330FED6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939498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b="1" cap="none" spc="0" baseline="0">
                <a:solidFill>
                  <a:schemeClr val="accent6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6" name="Text Placeholder 14">
            <a:extLst>
              <a:ext uri="{FF2B5EF4-FFF2-40B4-BE49-F238E27FC236}">
                <a16:creationId xmlns:a16="http://schemas.microsoft.com/office/drawing/2014/main" id="{3984C0A5-C9AE-4249-8578-A0909B41B45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886573" y="3563114"/>
            <a:ext cx="1440088" cy="586248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4" name="Text Placeholder 14">
            <a:extLst>
              <a:ext uri="{FF2B5EF4-FFF2-40B4-BE49-F238E27FC236}">
                <a16:creationId xmlns:a16="http://schemas.microsoft.com/office/drawing/2014/main" id="{4C9A8467-48EB-4C64-8A54-0526649B91A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05322" y="4134112"/>
            <a:ext cx="1194201" cy="50172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cap="none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year</a:t>
            </a:r>
          </a:p>
        </p:txBody>
      </p:sp>
      <p:sp>
        <p:nvSpPr>
          <p:cNvPr id="66" name="Text Placeholder 14">
            <a:extLst>
              <a:ext uri="{FF2B5EF4-FFF2-40B4-BE49-F238E27FC236}">
                <a16:creationId xmlns:a16="http://schemas.microsoft.com/office/drawing/2014/main" id="{11C267AB-B4C6-4059-B2A8-DCF715B29E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67540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7" name="Text Placeholder 14">
            <a:extLst>
              <a:ext uri="{FF2B5EF4-FFF2-40B4-BE49-F238E27FC236}">
                <a16:creationId xmlns:a16="http://schemas.microsoft.com/office/drawing/2014/main" id="{3BF85ABF-DD16-49D4-9DD2-C35A92EAFE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46481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8" name="Text Placeholder 14">
            <a:extLst>
              <a:ext uri="{FF2B5EF4-FFF2-40B4-BE49-F238E27FC236}">
                <a16:creationId xmlns:a16="http://schemas.microsoft.com/office/drawing/2014/main" id="{997C6187-BB2F-413C-AC7B-BBAA249AFD0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25423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9" name="Text Placeholder 14">
            <a:extLst>
              <a:ext uri="{FF2B5EF4-FFF2-40B4-BE49-F238E27FC236}">
                <a16:creationId xmlns:a16="http://schemas.microsoft.com/office/drawing/2014/main" id="{96C1DC7A-93B1-4894-AD2D-AC636AC3DA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4364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0" name="Text Placeholder 14">
            <a:extLst>
              <a:ext uri="{FF2B5EF4-FFF2-40B4-BE49-F238E27FC236}">
                <a16:creationId xmlns:a16="http://schemas.microsoft.com/office/drawing/2014/main" id="{872C35DC-A640-4C27-A87F-380E7440F3F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3306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1" name="Text Placeholder 14">
            <a:extLst>
              <a:ext uri="{FF2B5EF4-FFF2-40B4-BE49-F238E27FC236}">
                <a16:creationId xmlns:a16="http://schemas.microsoft.com/office/drawing/2014/main" id="{02969206-EA35-4C29-B0EB-3FF5636A8AB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62247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2" name="Text Placeholder 14">
            <a:extLst>
              <a:ext uri="{FF2B5EF4-FFF2-40B4-BE49-F238E27FC236}">
                <a16:creationId xmlns:a16="http://schemas.microsoft.com/office/drawing/2014/main" id="{79B642F3-327B-4AF1-85D8-5BE8BA286A1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1189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0D45BD78-6B19-4D6A-A164-2017ABC7836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0130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494676D6-C880-49A1-B83E-2D632934D66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99072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0C07048D-5DEB-4348-8A16-DB77BE49097C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80137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DCED3D6A-EF8C-4F42-B23B-30ED2C33EAB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69552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E966B469-8508-4732-8A0A-58429BD0E7B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358963" y="4476140"/>
            <a:ext cx="495300" cy="904490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97A40874-7B89-4A5D-9562-21D6994C3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2010137" y="4391183"/>
            <a:ext cx="8510121" cy="0"/>
            <a:chOff x="1504814" y="2488864"/>
            <a:chExt cx="8510121" cy="0"/>
          </a:xfrm>
        </p:grpSpPr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32860379-5BA3-4D4F-BAC0-C7783F7552D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504814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DF221EBE-F43A-48CE-8E3D-D0777E2424C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2301137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C70DFAA8-4E1B-45F7-B640-2C00AAC65BA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08377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067A42DA-2625-4CA8-AEC6-2FBCF01A927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388009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89B3F7FF-9011-4E3D-9DA2-C144F9B7A5E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655896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0EEA406-B4BE-4A22-9879-A86700556BE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5452219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F5F5190B-A9FA-4925-81A3-8AF19F7093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34858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93F58E8B-B6D9-46C2-95B1-755AD7B0289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031181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46BED819-4195-456A-8507-0CC09BDCFED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7813820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23541D3E-8275-4522-81E7-C83B829D83C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8610143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CD34DF1-D500-4560-A303-92050A81120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399625" y="2488864"/>
              <a:ext cx="615310" cy="0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47D7FFC8-D319-4F8D-9F95-39BB21C0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8DDD48EC-9DE8-4C43-881A-2597A1DDE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650B4D37-2FE8-4F27-8951-CF9D947DBA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691548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ADA1982-C216-4747-ACCC-39BC3F50B1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FCD2AA7-E8A5-43C8-A284-AB4951189D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2949" y="527542"/>
            <a:ext cx="6922876" cy="687834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681FF-F6BE-41D5-AE6C-B4110384B0F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693738" y="1128713"/>
            <a:ext cx="7654925" cy="50688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A60E8AF0-85D7-4035-8301-57B3B4977F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481785BD-DC42-4BBE-8C62-BCE6F0EA47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E7886D57-8CCD-43A4-AA49-E96D2EE3EB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0367910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4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6F8B9974-85ED-46AA-8617-AC54C847B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6F28C4-DD1C-4E63-87E8-D76D85414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5858" y="2433312"/>
            <a:ext cx="1939480" cy="2115505"/>
          </a:xfrm>
          <a:prstGeom prst="rect">
            <a:avLst/>
          </a:prstGeom>
        </p:spPr>
        <p:txBody>
          <a:bodyPr anchor="ctr"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987B23C-61B9-4A48-AD36-5E284812C449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088220" y="2599422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CBD4661-3D71-432B-9308-D2D085BDDDC2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190425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7" name="Picture Placeholder 9">
            <a:extLst>
              <a:ext uri="{FF2B5EF4-FFF2-40B4-BE49-F238E27FC236}">
                <a16:creationId xmlns:a16="http://schemas.microsoft.com/office/drawing/2014/main" id="{F89712B5-4C74-4247-B444-43F116D582EB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291629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6" name="Picture Placeholder 9">
            <a:extLst>
              <a:ext uri="{FF2B5EF4-FFF2-40B4-BE49-F238E27FC236}">
                <a16:creationId xmlns:a16="http://schemas.microsoft.com/office/drawing/2014/main" id="{33EE5A9D-21AC-4735-98D7-42551FA2C58E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87443" y="2599420"/>
            <a:ext cx="1502806" cy="1502805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DBA775-4308-4BDB-B966-8167F3D04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975041" y="2486242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BDDB0B0-BDCD-459F-AF20-19E1A72176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077246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69A8E9D1-9673-42D1-A573-05CDC9EF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178450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2F851C1-89A7-44A6-8617-10C435FCD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4264" y="2486240"/>
            <a:ext cx="1729165" cy="1729165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11C9BE46-D000-4DE5-8AD9-6BFAD927A01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5773EC03-0830-4EAE-A7B0-38902833DC2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32E4889E-0745-4713-90D8-432A681AFCE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28" name="Text Placeholder 14">
            <a:extLst>
              <a:ext uri="{FF2B5EF4-FFF2-40B4-BE49-F238E27FC236}">
                <a16:creationId xmlns:a16="http://schemas.microsoft.com/office/drawing/2014/main" id="{BFD869E7-29DA-4FEB-AB84-1C1FC3ABAE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9E68119B-CDCA-4341-8772-2C5BF80B4E4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4435751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303A31BF-223A-44A5-84FD-7281FF2E4CD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2" name="Text Placeholder 14">
            <a:extLst>
              <a:ext uri="{FF2B5EF4-FFF2-40B4-BE49-F238E27FC236}">
                <a16:creationId xmlns:a16="http://schemas.microsoft.com/office/drawing/2014/main" id="{666E1F4A-0D75-4B8E-A181-DBEB50FB1D6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4435583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33" name="Text Placeholder 14">
            <a:extLst>
              <a:ext uri="{FF2B5EF4-FFF2-40B4-BE49-F238E27FC236}">
                <a16:creationId xmlns:a16="http://schemas.microsoft.com/office/drawing/2014/main" id="{5EAE80D5-B799-4807-8F81-22C4218233D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4661551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9" name="Footer Placeholder 15">
            <a:extLst>
              <a:ext uri="{FF2B5EF4-FFF2-40B4-BE49-F238E27FC236}">
                <a16:creationId xmlns:a16="http://schemas.microsoft.com/office/drawing/2014/main" id="{6F4437FE-F08F-4311-B53A-88E2B729B7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0" name="Slide Number Placeholder 16">
            <a:extLst>
              <a:ext uri="{FF2B5EF4-FFF2-40B4-BE49-F238E27FC236}">
                <a16:creationId xmlns:a16="http://schemas.microsoft.com/office/drawing/2014/main" id="{D0901035-50AC-4DE0-9A34-AAA61EC10E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41" name="Date Placeholder 14">
            <a:extLst>
              <a:ext uri="{FF2B5EF4-FFF2-40B4-BE49-F238E27FC236}">
                <a16:creationId xmlns:a16="http://schemas.microsoft.com/office/drawing/2014/main" id="{5FDD3145-ADE2-4744-AF2E-9C8074C858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4191445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et The 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8A79A51B-CC7A-4B36-B457-AF32363881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-1"/>
            <a:ext cx="12205220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E019BE9-6149-434A-B185-EE743411262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61216" y="2375820"/>
            <a:ext cx="1939480" cy="2218499"/>
          </a:xfrm>
          <a:prstGeom prst="rect">
            <a:avLst/>
          </a:prstGeom>
        </p:spPr>
        <p:txBody>
          <a:bodyPr anchor="ctr"/>
          <a:lstStyle>
            <a:lvl1pPr algn="ctr">
              <a:lnSpc>
                <a:spcPct val="90000"/>
              </a:lnSpc>
              <a:spcBef>
                <a:spcPts val="1000"/>
              </a:spcBef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4" name="Picture Placeholder 9">
            <a:extLst>
              <a:ext uri="{FF2B5EF4-FFF2-40B4-BE49-F238E27FC236}">
                <a16:creationId xmlns:a16="http://schemas.microsoft.com/office/drawing/2014/main" id="{18B0121B-CD0E-495B-9B36-4E88EA4A978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136339" y="1326925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1" name="Picture Placeholder 9">
            <a:extLst>
              <a:ext uri="{FF2B5EF4-FFF2-40B4-BE49-F238E27FC236}">
                <a16:creationId xmlns:a16="http://schemas.microsoft.com/office/drawing/2014/main" id="{4508E76D-2071-4546-8DF2-405B38E2E271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209991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5" name="Picture Placeholder 9">
            <a:extLst>
              <a:ext uri="{FF2B5EF4-FFF2-40B4-BE49-F238E27FC236}">
                <a16:creationId xmlns:a16="http://schemas.microsoft.com/office/drawing/2014/main" id="{D319C8D5-E3A6-45C8-8A64-1C1B70C90DD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7305041" y="133575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87" name="Picture Placeholder 9">
            <a:extLst>
              <a:ext uri="{FF2B5EF4-FFF2-40B4-BE49-F238E27FC236}">
                <a16:creationId xmlns:a16="http://schemas.microsoft.com/office/drawing/2014/main" id="{01486F31-E79E-4E60-8749-B8036B3F09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9384248" y="1326192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139AA92-1781-41FF-9168-9F70B1CD9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6" y="1222122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5FE36F90-735E-43D7-854A-0347B805053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96727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b="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2D0125FE-7543-4B0C-8C50-D4F2949EE8A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896865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839FFFF4-4A0D-40BD-B34D-CD03D03FBEC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898932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2697A53A-8491-4753-901E-02236DC0D5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99070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5" name="Text Placeholder 14">
            <a:extLst>
              <a:ext uri="{FF2B5EF4-FFF2-40B4-BE49-F238E27FC236}">
                <a16:creationId xmlns:a16="http://schemas.microsoft.com/office/drawing/2014/main" id="{A51D26D1-89AE-43E7-8F1B-E28B18019F8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000136" y="2972538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6" name="Text Placeholder 14">
            <a:extLst>
              <a:ext uri="{FF2B5EF4-FFF2-40B4-BE49-F238E27FC236}">
                <a16:creationId xmlns:a16="http://schemas.microsoft.com/office/drawing/2014/main" id="{0191059F-A4F0-4F1C-8237-308B7AD3F97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00274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4">
            <a:extLst>
              <a:ext uri="{FF2B5EF4-FFF2-40B4-BE49-F238E27FC236}">
                <a16:creationId xmlns:a16="http://schemas.microsoft.com/office/drawing/2014/main" id="{CFCD3D62-2515-40AC-A8A1-F7786244B36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095950" y="2972370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48" name="Text Placeholder 14">
            <a:extLst>
              <a:ext uri="{FF2B5EF4-FFF2-40B4-BE49-F238E27FC236}">
                <a16:creationId xmlns:a16="http://schemas.microsoft.com/office/drawing/2014/main" id="{96332DF1-A140-4DDE-9D59-EEF6D503A8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96088" y="3198338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97" name="Picture Placeholder 9">
            <a:extLst>
              <a:ext uri="{FF2B5EF4-FFF2-40B4-BE49-F238E27FC236}">
                <a16:creationId xmlns:a16="http://schemas.microsoft.com/office/drawing/2014/main" id="{74EEDA10-EB71-4CAE-80C3-9C8B46E6DF0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3136338" y="3967833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99" name="Picture Placeholder 9">
            <a:extLst>
              <a:ext uri="{FF2B5EF4-FFF2-40B4-BE49-F238E27FC236}">
                <a16:creationId xmlns:a16="http://schemas.microsoft.com/office/drawing/2014/main" id="{B9B031BF-4314-4A3C-B53C-3958CC4E6228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5209990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1" name="Picture Placeholder 9">
            <a:extLst>
              <a:ext uri="{FF2B5EF4-FFF2-40B4-BE49-F238E27FC236}">
                <a16:creationId xmlns:a16="http://schemas.microsoft.com/office/drawing/2014/main" id="{BC693B9A-3B30-4605-8EB8-2F155D0A4D7C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7305040" y="397666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03" name="Picture Placeholder 9">
            <a:extLst>
              <a:ext uri="{FF2B5EF4-FFF2-40B4-BE49-F238E27FC236}">
                <a16:creationId xmlns:a16="http://schemas.microsoft.com/office/drawing/2014/main" id="{B4CC215D-FD31-4423-900D-14FF4F457AFA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9384247" y="3967100"/>
            <a:ext cx="1391577" cy="1391576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73" name="Text Placeholder 14">
            <a:extLst>
              <a:ext uri="{FF2B5EF4-FFF2-40B4-BE49-F238E27FC236}">
                <a16:creationId xmlns:a16="http://schemas.microsoft.com/office/drawing/2014/main" id="{D4954E76-6CE5-4657-B73B-9875EBBEE00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96727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4" name="Text Placeholder 14">
            <a:extLst>
              <a:ext uri="{FF2B5EF4-FFF2-40B4-BE49-F238E27FC236}">
                <a16:creationId xmlns:a16="http://schemas.microsoft.com/office/drawing/2014/main" id="{E361B92F-F111-450A-A880-C3450379230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896865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5" name="Text Placeholder 14">
            <a:extLst>
              <a:ext uri="{FF2B5EF4-FFF2-40B4-BE49-F238E27FC236}">
                <a16:creationId xmlns:a16="http://schemas.microsoft.com/office/drawing/2014/main" id="{375C0FEC-10E7-43EA-953F-8CB9B43D05D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98932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6" name="Text Placeholder 14">
            <a:extLst>
              <a:ext uri="{FF2B5EF4-FFF2-40B4-BE49-F238E27FC236}">
                <a16:creationId xmlns:a16="http://schemas.microsoft.com/office/drawing/2014/main" id="{84B1D0A0-DE01-44D1-9B3D-C05DBE9FF75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999070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DB6914BB-9516-4473-A02F-1A325FA7EF4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00136" y="5587475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78" name="Text Placeholder 14">
            <a:extLst>
              <a:ext uri="{FF2B5EF4-FFF2-40B4-BE49-F238E27FC236}">
                <a16:creationId xmlns:a16="http://schemas.microsoft.com/office/drawing/2014/main" id="{FEE30418-F1D4-4D16-A984-FAA6CA0C74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100274" y="5813275"/>
            <a:ext cx="1885516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79" name="Text Placeholder 14">
            <a:extLst>
              <a:ext uri="{FF2B5EF4-FFF2-40B4-BE49-F238E27FC236}">
                <a16:creationId xmlns:a16="http://schemas.microsoft.com/office/drawing/2014/main" id="{6D336D9D-1BA1-44AE-96D0-3ABDA2E02F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95950" y="5587307"/>
            <a:ext cx="2085792" cy="2746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 cap="all" spc="200" baseline="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Name</a:t>
            </a:r>
          </a:p>
        </p:txBody>
      </p:sp>
      <p:sp>
        <p:nvSpPr>
          <p:cNvPr id="80" name="Text Placeholder 14">
            <a:extLst>
              <a:ext uri="{FF2B5EF4-FFF2-40B4-BE49-F238E27FC236}">
                <a16:creationId xmlns:a16="http://schemas.microsoft.com/office/drawing/2014/main" id="{6CFC9B87-2AEB-414D-90C4-B7F8F4AA9080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92018" y="5813275"/>
            <a:ext cx="1885515" cy="36512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sz="10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9DC42105-8FBF-4317-8822-399B1F791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8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644C80F9-E615-4699-A719-131E620117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8" y="123094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191882A0-07C5-40D6-9520-02882775B2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5" y="1221389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242E90BB-F1EA-466F-939C-623189DF3A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31535" y="3863030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CBBFD36F-B307-4513-ABAD-4A02FF737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105187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E69D0B1-6D57-4A70-9C3C-F3A072AAA3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200237" y="387185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5C6593C-7D72-47FB-AACE-F8848EAFA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79444" y="3862297"/>
            <a:ext cx="1601183" cy="1601183"/>
          </a:xfrm>
          <a:prstGeom prst="ellipse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5" name="Footer Placeholder 15">
            <a:extLst>
              <a:ext uri="{FF2B5EF4-FFF2-40B4-BE49-F238E27FC236}">
                <a16:creationId xmlns:a16="http://schemas.microsoft.com/office/drawing/2014/main" id="{75E80FB1-82CC-4144-A899-130449B1AC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06" name="Slide Number Placeholder 16">
            <a:extLst>
              <a:ext uri="{FF2B5EF4-FFF2-40B4-BE49-F238E27FC236}">
                <a16:creationId xmlns:a16="http://schemas.microsoft.com/office/drawing/2014/main" id="{10233900-5A86-4114-B6F5-3A0EA053C0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7" name="Date Placeholder 14">
            <a:extLst>
              <a:ext uri="{FF2B5EF4-FFF2-40B4-BE49-F238E27FC236}">
                <a16:creationId xmlns:a16="http://schemas.microsoft.com/office/drawing/2014/main" id="{FD1BC0B7-CAA7-4673-9A20-4EFEDC54FC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0233339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raphic 49">
            <a:extLst>
              <a:ext uri="{FF2B5EF4-FFF2-40B4-BE49-F238E27FC236}">
                <a16:creationId xmlns:a16="http://schemas.microsoft.com/office/drawing/2014/main" id="{17DE9787-F8D7-4BBC-B3C0-144EEF473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F666A-7AF7-4FC6-99DD-E06ED83C2E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31507" y="412356"/>
            <a:ext cx="5561556" cy="567670"/>
          </a:xfrm>
          <a:prstGeom prst="rect">
            <a:avLst/>
          </a:prstGeom>
        </p:spPr>
        <p:txBody>
          <a:bodyPr/>
          <a:lstStyle>
            <a:lvl1pPr algn="ctr">
              <a:defRPr sz="2800" cap="all" spc="4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F2A51B67-A536-47ED-9C35-D2A4CF043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30273" y="2216292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4000" cap="all" spc="4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22B9C39F-D011-4AC3-A4D5-F61A1CB3650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13801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4ACDF114-02BD-4A37-9BE7-AA8094B7CD2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97329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3852728-C736-414F-BEC0-31AB3A704D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980856" y="2216293"/>
            <a:ext cx="1611892" cy="11516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000" cap="all" spc="4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Add title</a:t>
            </a:r>
          </a:p>
        </p:txBody>
      </p:sp>
      <p:sp>
        <p:nvSpPr>
          <p:cNvPr id="37" name="Text Placeholder 14">
            <a:extLst>
              <a:ext uri="{FF2B5EF4-FFF2-40B4-BE49-F238E27FC236}">
                <a16:creationId xmlns:a16="http://schemas.microsoft.com/office/drawing/2014/main" id="{6B731840-A0DA-423D-9AD1-D542C17BA99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5026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38" name="Text Placeholder 14">
            <a:extLst>
              <a:ext uri="{FF2B5EF4-FFF2-40B4-BE49-F238E27FC236}">
                <a16:creationId xmlns:a16="http://schemas.microsoft.com/office/drawing/2014/main" id="{1E47A2D3-1E75-488B-A7B8-CB951C8CFB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026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9" name="Text Placeholder 14">
            <a:extLst>
              <a:ext uri="{FF2B5EF4-FFF2-40B4-BE49-F238E27FC236}">
                <a16:creationId xmlns:a16="http://schemas.microsoft.com/office/drawing/2014/main" id="{2D6ADA9B-155A-4D54-8FCB-993ADEDA793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28554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6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0" name="Text Placeholder 14">
            <a:extLst>
              <a:ext uri="{FF2B5EF4-FFF2-40B4-BE49-F238E27FC236}">
                <a16:creationId xmlns:a16="http://schemas.microsoft.com/office/drawing/2014/main" id="{EF3CF6C8-7D4D-4E50-B616-0431BD4830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28554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1" name="Text Placeholder 14">
            <a:extLst>
              <a:ext uri="{FF2B5EF4-FFF2-40B4-BE49-F238E27FC236}">
                <a16:creationId xmlns:a16="http://schemas.microsoft.com/office/drawing/2014/main" id="{1CDF49FC-54E3-44AE-A97C-193A25AD6C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12082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1">
                    <a:lumMod val="50000"/>
                    <a:lumOff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2" name="Text Placeholder 14">
            <a:extLst>
              <a:ext uri="{FF2B5EF4-FFF2-40B4-BE49-F238E27FC236}">
                <a16:creationId xmlns:a16="http://schemas.microsoft.com/office/drawing/2014/main" id="{742DE5D9-5D04-4F7F-9F34-70481818583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2082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3" name="Text Placeholder 14">
            <a:extLst>
              <a:ext uri="{FF2B5EF4-FFF2-40B4-BE49-F238E27FC236}">
                <a16:creationId xmlns:a16="http://schemas.microsoft.com/office/drawing/2014/main" id="{5F0B8140-B940-4531-9562-8D79015D941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95609" y="3927568"/>
            <a:ext cx="2382386" cy="613702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cap="none" spc="200" baseline="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849CC034-065E-48F0-985D-B80C15200238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95609" y="4519311"/>
            <a:ext cx="2382386" cy="857935"/>
          </a:xfrm>
          <a:prstGeom prst="rect">
            <a:avLst/>
          </a:prstGeom>
        </p:spPr>
        <p:txBody>
          <a:bodyPr/>
          <a:lstStyle>
            <a:lvl1pPr marL="0" indent="0" algn="ctr">
              <a:lnSpc>
                <a:spcPct val="125000"/>
              </a:lnSpc>
              <a:spcBef>
                <a:spcPts val="0"/>
              </a:spcBef>
              <a:buNone/>
              <a:defRPr sz="12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8035ED58-36EB-4147-BCAF-919ADD4DD5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7D46932B-0FD6-4226-B251-4B81546121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56763F7F-D8C0-4AC6-96D0-C445984C5C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382815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3BA4599-9856-44E7-A2B6-2354614AF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7B14DA-64F0-4FA7-9A51-F4DB18154D7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79441" y="1259911"/>
            <a:ext cx="5124189" cy="492302"/>
          </a:xfrm>
          <a:prstGeom prst="rect">
            <a:avLst/>
          </a:prstGeom>
        </p:spPr>
        <p:txBody>
          <a:bodyPr/>
          <a:lstStyle>
            <a:lvl1pPr>
              <a:defRPr sz="2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DC4C8188-3DF6-4730-A43A-B789F03449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79441" y="1752212"/>
            <a:ext cx="4856479" cy="241338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1400" cap="none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E06D1BDE-6908-49BA-9900-53DFFF4B1E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1C3470F5-DE33-49A4-AE82-D8EA10A4FC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63DCFC99-67D1-468A-8498-B3C1C90B4C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834407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E551AED-617A-4A51-AA8F-586F3703B7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0DB23A-E569-444D-8607-FD404EEC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6850" y="563671"/>
            <a:ext cx="4989629" cy="2387771"/>
          </a:xfrm>
          <a:prstGeom prst="rect">
            <a:avLst/>
          </a:prstGeom>
        </p:spPr>
        <p:txBody>
          <a:bodyPr anchor="b"/>
          <a:lstStyle>
            <a:lvl1pPr algn="ctr">
              <a:defRPr sz="4800" cap="all" spc="400" baseline="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Text Placeholder 13">
            <a:extLst>
              <a:ext uri="{FF2B5EF4-FFF2-40B4-BE49-F238E27FC236}">
                <a16:creationId xmlns:a16="http://schemas.microsoft.com/office/drawing/2014/main" id="{72B0D3D1-FC7B-43D5-B514-082D63A90ED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6852" y="3531676"/>
            <a:ext cx="4989628" cy="17565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lnSpc>
                <a:spcPct val="150000"/>
              </a:lnSpc>
              <a:spcBef>
                <a:spcPts val="0"/>
              </a:spcBef>
              <a:buNone/>
              <a:defRPr sz="1800" i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Footer Placeholder 15">
            <a:extLst>
              <a:ext uri="{FF2B5EF4-FFF2-40B4-BE49-F238E27FC236}">
                <a16:creationId xmlns:a16="http://schemas.microsoft.com/office/drawing/2014/main" id="{CC2E4653-FDDE-4AC5-A23D-4269479ADC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3" name="Slide Number Placeholder 16">
            <a:extLst>
              <a:ext uri="{FF2B5EF4-FFF2-40B4-BE49-F238E27FC236}">
                <a16:creationId xmlns:a16="http://schemas.microsoft.com/office/drawing/2014/main" id="{C3F5CE00-2FB1-4930-8D2C-DB4DFDB2FD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4" name="Date Placeholder 14">
            <a:extLst>
              <a:ext uri="{FF2B5EF4-FFF2-40B4-BE49-F238E27FC236}">
                <a16:creationId xmlns:a16="http://schemas.microsoft.com/office/drawing/2014/main" id="{2CEBC169-C2E2-4153-8A08-6B982C0D54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79888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oter Placeholder 15">
            <a:extLst>
              <a:ext uri="{FF2B5EF4-FFF2-40B4-BE49-F238E27FC236}">
                <a16:creationId xmlns:a16="http://schemas.microsoft.com/office/drawing/2014/main" id="{710F293A-37AC-4A72-A56D-2A65F8EA2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  <a:prstGeom prst="rect">
            <a:avLst/>
          </a:prstGeom>
        </p:spPr>
        <p:txBody>
          <a:bodyPr anchor="ctr"/>
          <a:lstStyle>
            <a:lvl1pPr algn="r">
              <a:defRPr sz="900" cap="all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16">
            <a:extLst>
              <a:ext uri="{FF2B5EF4-FFF2-40B4-BE49-F238E27FC236}">
                <a16:creationId xmlns:a16="http://schemas.microsoft.com/office/drawing/2014/main" id="{EE0BB053-ED5B-47E1-ABB2-815094654C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  <a:prstGeom prst="rect">
            <a:avLst/>
          </a:prstGeom>
        </p:spPr>
        <p:txBody>
          <a:bodyPr anchor="ctr"/>
          <a:lstStyle>
            <a:lvl1pPr algn="r">
              <a:defRPr sz="1600">
                <a:solidFill>
                  <a:schemeClr val="accent6"/>
                </a:solidFill>
                <a:latin typeface="+mn-lt"/>
              </a:defRPr>
            </a:lvl1pPr>
          </a:lstStyle>
          <a:p>
            <a:pPr>
              <a:defRPr/>
            </a:pPr>
            <a:fld id="{8D1FC6F8-0BCD-47E9-9C64-690771D9C14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90B7F12-A295-4495-AE4A-7640863C882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  <a:prstGeom prst="rect">
            <a:avLst/>
          </a:prstGeom>
        </p:spPr>
        <p:txBody>
          <a:bodyPr anchor="ctr"/>
          <a:lstStyle>
            <a:lvl1pPr>
              <a:defRPr sz="900" spc="400" baseline="0">
                <a:solidFill>
                  <a:schemeClr val="bg1"/>
                </a:solidFill>
                <a:latin typeface="+mj-lt"/>
              </a:defRPr>
            </a:lvl1pPr>
          </a:lstStyle>
          <a:p>
            <a:pPr>
              <a:defRPr/>
            </a:pPr>
            <a:r>
              <a:rPr lang="en-US" cap="all" dirty="0"/>
              <a:t>May 21, 20XX</a:t>
            </a:r>
          </a:p>
        </p:txBody>
      </p:sp>
    </p:spTree>
    <p:extLst>
      <p:ext uri="{BB962C8B-B14F-4D97-AF65-F5344CB8AC3E}">
        <p14:creationId xmlns:p14="http://schemas.microsoft.com/office/powerpoint/2010/main" val="13223571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sv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arjunverma2004/ai-vs-human-text-balanced-180k-records?resource=download" TargetMode="External"/><Relationship Id="rId2" Type="http://schemas.openxmlformats.org/officeDocument/2006/relationships/hyperlink" Target="https://github.com/Atem2222/SEA-820-NLP-Final-Project-Detecting-AI-Generated-Text" TargetMode="External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01C44412-AA84-403C-A202-EAB7F3C81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674" y="1327759"/>
            <a:ext cx="4989628" cy="1929505"/>
          </a:xfrm>
        </p:spPr>
        <p:txBody>
          <a:bodyPr/>
          <a:lstStyle/>
          <a:p>
            <a:r>
              <a:t>DETECTING AI-GENERATED TEXT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8D1462E-973D-4427-A664-EF751DF5979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934" y="3257264"/>
            <a:ext cx="4989628" cy="2422774"/>
          </a:xfrm>
        </p:spPr>
        <p:txBody>
          <a:bodyPr>
            <a:normAutofit/>
          </a:bodyPr>
          <a:lstStyle/>
          <a:p>
            <a:r>
              <a:rPr dirty="0"/>
              <a:t>TF-IDF vs. </a:t>
            </a:r>
            <a:r>
              <a:rPr dirty="0" err="1"/>
              <a:t>DistilBERT</a:t>
            </a:r>
            <a:br>
              <a:rPr dirty="0"/>
            </a:br>
            <a:r>
              <a:rPr dirty="0"/>
              <a:t>SEA 820 NLP Final Project</a:t>
            </a:r>
          </a:p>
          <a:p>
            <a:r>
              <a:rPr dirty="0"/>
              <a:t>July 20, 2026</a:t>
            </a:r>
            <a:endParaRPr lang="en-CA" dirty="0"/>
          </a:p>
          <a:p>
            <a:r>
              <a:rPr lang="en-CA" u="sng" dirty="0"/>
              <a:t>Team Members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br>
              <a:rPr dirty="0"/>
            </a:br>
            <a:r>
              <a:rPr dirty="0"/>
              <a:t>Atem Ako Eyong Atem </a:t>
            </a:r>
            <a:endParaRPr lang="en-CA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dirty="0" err="1"/>
              <a:t>Nahaeli</a:t>
            </a:r>
            <a:r>
              <a:rPr dirty="0"/>
              <a:t> </a:t>
            </a:r>
            <a:r>
              <a:rPr dirty="0" err="1"/>
              <a:t>Brunde</a:t>
            </a:r>
            <a:r>
              <a:rPr lang="en-CA" dirty="0"/>
              <a:t>r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41433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3DE22AEE-5FE7-411E-BE12-05628BC02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7069" y="695093"/>
            <a:ext cx="4919354" cy="667498"/>
          </a:xfrm>
        </p:spPr>
        <p:txBody>
          <a:bodyPr/>
          <a:lstStyle/>
          <a:p>
            <a:r>
              <a:t>PROBLEM &amp; OBJECTIVE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13DF91CF-444A-4959-91C5-62172E643BD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9594" y="1873815"/>
            <a:ext cx="2556579" cy="365125"/>
          </a:xfrm>
        </p:spPr>
        <p:txBody>
          <a:bodyPr/>
          <a:lstStyle/>
          <a:p>
            <a:r>
              <a:t>WHY THIS MATTERS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33753EF-34D5-413D-B330-9D63C1E264B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199595" y="2178444"/>
            <a:ext cx="2556579" cy="1328236"/>
          </a:xfrm>
        </p:spPr>
        <p:txBody>
          <a:bodyPr/>
          <a:lstStyle/>
          <a:p>
            <a:r>
              <a:t>AI-generated writing is now common in education and online content.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E843243-D5AF-4FB8-A0B6-47BAF2CEE0E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538997" y="1873815"/>
            <a:ext cx="2556578" cy="365125"/>
          </a:xfrm>
        </p:spPr>
        <p:txBody>
          <a:bodyPr/>
          <a:lstStyle/>
          <a:p>
            <a:r>
              <a:t>PROJECT GOAL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656B4F7-80AA-4955-8984-D9DA3B536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8997" y="2178444"/>
            <a:ext cx="2556578" cy="1291081"/>
          </a:xfrm>
        </p:spPr>
        <p:txBody>
          <a:bodyPr/>
          <a:lstStyle/>
          <a:p>
            <a:r>
              <a:t>Classify text as human-written or AI-generated.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23B5DB8F-544D-4B8A-98F5-10157CB5781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9595" y="4071261"/>
            <a:ext cx="2556577" cy="365125"/>
          </a:xfrm>
        </p:spPr>
        <p:txBody>
          <a:bodyPr/>
          <a:lstStyle/>
          <a:p>
            <a:r>
              <a:t>MAIN RISK</a:t>
            </a:r>
          </a:p>
        </p:txBody>
      </p:sp>
      <p:sp>
        <p:nvSpPr>
          <p:cNvPr id="71" name="Text Placeholder 70">
            <a:extLst>
              <a:ext uri="{FF2B5EF4-FFF2-40B4-BE49-F238E27FC236}">
                <a16:creationId xmlns:a16="http://schemas.microsoft.com/office/drawing/2014/main" id="{6DC1492D-B4FC-4834-8463-9F39FDB7818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199596" y="4383943"/>
            <a:ext cx="2556577" cy="1328236"/>
          </a:xfrm>
        </p:spPr>
        <p:txBody>
          <a:bodyPr/>
          <a:lstStyle/>
          <a:p>
            <a:r>
              <a:t>False positives can wrongly accuse human authors.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F1C997B7-3BCB-422D-B850-6AD06C8FB9D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538997" y="4071261"/>
            <a:ext cx="2556578" cy="365125"/>
          </a:xfrm>
        </p:spPr>
        <p:txBody>
          <a:bodyPr/>
          <a:lstStyle/>
          <a:p>
            <a:r>
              <a:t>EVALUATION</a:t>
            </a:r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82CC08AE-1854-427C-A409-844DADA8D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38997" y="4375890"/>
            <a:ext cx="2556578" cy="1291081"/>
          </a:xfrm>
        </p:spPr>
        <p:txBody>
          <a:bodyPr/>
          <a:lstStyle/>
          <a:p>
            <a:r>
              <a:t>Compare accuracy, precision, recall, F1 and real errors.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0E6E7-FE9E-4C88-8036-BAF0835CC4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44EF00-08F5-4EC2-87BC-9CA90D825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2</a:t>
            </a:r>
          </a:p>
        </p:txBody>
      </p:sp>
      <p:sp>
        <p:nvSpPr>
          <p:cNvPr id="76" name="Date Placeholder 75">
            <a:extLst>
              <a:ext uri="{FF2B5EF4-FFF2-40B4-BE49-F238E27FC236}">
                <a16:creationId xmlns:a16="http://schemas.microsoft.com/office/drawing/2014/main" id="{AA6DE5DF-92EA-4EA8-B311-E5E4A8C2A0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</p:spTree>
    <p:extLst>
      <p:ext uri="{BB962C8B-B14F-4D97-AF65-F5344CB8AC3E}">
        <p14:creationId xmlns:p14="http://schemas.microsoft.com/office/powerpoint/2010/main" val="31095017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itle 48">
            <a:extLst>
              <a:ext uri="{FF2B5EF4-FFF2-40B4-BE49-F238E27FC236}">
                <a16:creationId xmlns:a16="http://schemas.microsoft.com/office/drawing/2014/main" id="{7FE51E02-50EB-4E26-B5E1-1B76B0D7B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9716" y="1823625"/>
            <a:ext cx="4719884" cy="580030"/>
          </a:xfrm>
        </p:spPr>
        <p:txBody>
          <a:bodyPr/>
          <a:lstStyle/>
          <a:p>
            <a:r>
              <a:t>PROJECT WORKFLOW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A6FC127-313F-42F3-9800-F36B13BD0B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15" idx="6"/>
            <a:endCxn id="20" idx="2"/>
          </p:cNvCxnSpPr>
          <p:nvPr/>
        </p:nvCxnSpPr>
        <p:spPr>
          <a:xfrm>
            <a:off x="2172245" y="3645383"/>
            <a:ext cx="762228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17BD30DD-1CDC-42FA-A173-F6CFB93D91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085064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6FF16285-BEA6-47E3-8ECE-E17D4D0848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943562" y="3174633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FF59E2B-8CF4-4F96-9F85-850F62E873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794529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56AB62C-FF38-4153-B496-F42C8DB044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26567" y="3172544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1" name="Picture Placeholder 90" descr="market icon">
            <a:extLst>
              <a:ext uri="{FF2B5EF4-FFF2-40B4-BE49-F238E27FC236}">
                <a16:creationId xmlns:a16="http://schemas.microsoft.com/office/drawing/2014/main" id="{C6A83A1A-E2DA-4D40-B2A8-6FAABB76B41B}"/>
              </a:ext>
            </a:extLst>
          </p:cNvPr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/>
          <a:stretch>
            <a:fillRect/>
          </a:stretch>
        </p:blipFill>
        <p:spPr>
          <a:xfrm>
            <a:off x="1404658" y="3330145"/>
            <a:ext cx="603504" cy="603504"/>
          </a:xfrm>
          <a:prstGeom prst="rect">
            <a:avLst/>
          </a:prstGeom>
        </p:spPr>
      </p:pic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2F0C189F-75BF-4FC8-A278-5EFC6B66FAC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9005" y="4230943"/>
            <a:ext cx="2640803" cy="365125"/>
          </a:xfrm>
        </p:spPr>
        <p:txBody>
          <a:bodyPr/>
          <a:lstStyle/>
          <a:p>
            <a:r>
              <a:t>DATA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6F30711-3932-4012-B6C1-3B270E1293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9005" y="4546458"/>
            <a:ext cx="2640803" cy="1616414"/>
          </a:xfrm>
        </p:spPr>
        <p:txBody>
          <a:bodyPr/>
          <a:lstStyle/>
          <a:p>
            <a:r>
              <a:t>40,000 balanced texts</a:t>
            </a:r>
          </a:p>
        </p:txBody>
      </p:sp>
      <p:pic>
        <p:nvPicPr>
          <p:cNvPr id="92" name="Picture Placeholder 91" descr="group of people icon">
            <a:extLst>
              <a:ext uri="{FF2B5EF4-FFF2-40B4-BE49-F238E27FC236}">
                <a16:creationId xmlns:a16="http://schemas.microsoft.com/office/drawing/2014/main" id="{B0B79D89-2FA7-4527-BF24-BD94083A08E6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850A4385-C5CF-4BEE-B287-D3AC3C91286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237502" y="4234631"/>
            <a:ext cx="2640803" cy="365125"/>
          </a:xfrm>
        </p:spPr>
        <p:txBody>
          <a:bodyPr/>
          <a:lstStyle/>
          <a:p>
            <a:r>
              <a:t>BASELINE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CC9C5A8F-500B-4089-A210-65BE40581FE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37503" y="4550146"/>
            <a:ext cx="2640803" cy="1616414"/>
          </a:xfrm>
        </p:spPr>
        <p:txBody>
          <a:bodyPr/>
          <a:lstStyle/>
          <a:p>
            <a:r>
              <a:t>TF-IDF + Logistic Regression</a:t>
            </a:r>
          </a:p>
        </p:txBody>
      </p:sp>
      <p:pic>
        <p:nvPicPr>
          <p:cNvPr id="93" name="Picture Placeholder 92" descr="piggy bank icon">
            <a:extLst>
              <a:ext uri="{FF2B5EF4-FFF2-40B4-BE49-F238E27FC236}">
                <a16:creationId xmlns:a16="http://schemas.microsoft.com/office/drawing/2014/main" id="{72B05E96-95BD-47EE-996E-6B2C14EBD1B4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4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61059DA-EA8B-4860-B58D-BBFD6C2CFC5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96000" y="4218499"/>
            <a:ext cx="2640803" cy="365125"/>
          </a:xfrm>
        </p:spPr>
        <p:txBody>
          <a:bodyPr/>
          <a:lstStyle/>
          <a:p>
            <a:r>
              <a:t>TRANSFORMER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491AC0FF-532B-4B36-BE1C-83B71D783B4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534014"/>
            <a:ext cx="2640803" cy="1616414"/>
          </a:xfrm>
        </p:spPr>
        <p:txBody>
          <a:bodyPr/>
          <a:lstStyle/>
          <a:p>
            <a:r>
              <a:t>Fine-tuned DistilBERT</a:t>
            </a:r>
          </a:p>
        </p:txBody>
      </p:sp>
      <p:pic>
        <p:nvPicPr>
          <p:cNvPr id="94" name="Picture Placeholder 93" descr="stack of papers icon">
            <a:extLst>
              <a:ext uri="{FF2B5EF4-FFF2-40B4-BE49-F238E27FC236}">
                <a16:creationId xmlns:a16="http://schemas.microsoft.com/office/drawing/2014/main" id="{8C7C9F51-16A3-43F8-8724-9F145C4AD51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5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21263C4-F13B-47F6-A4A0-816A8D261C2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946967" y="4218499"/>
            <a:ext cx="2640803" cy="365125"/>
          </a:xfrm>
        </p:spPr>
        <p:txBody>
          <a:bodyPr/>
          <a:lstStyle/>
          <a:p>
            <a:r>
              <a:t>ANALYSIS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D16C7B99-9723-4022-8904-97B66907F14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946967" y="4534014"/>
            <a:ext cx="2640803" cy="1616414"/>
          </a:xfrm>
        </p:spPr>
        <p:txBody>
          <a:bodyPr/>
          <a:lstStyle/>
          <a:p>
            <a:r>
              <a:t>Metrics, errors and ethics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344E8-12AB-4BC6-9FA0-D3FFCDFD16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FBEEF-2BDC-48F9-ACA2-5A9324E7BF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3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77C3CA95-BC39-41C4-9B87-98BB7EA2D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96110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38FEDDED-CB8D-43EC-BAB6-6DB72148B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6218" y="690802"/>
            <a:ext cx="4936277" cy="575890"/>
          </a:xfrm>
        </p:spPr>
        <p:txBody>
          <a:bodyPr/>
          <a:lstStyle/>
          <a:p>
            <a:r>
              <a:t>DATASET OVERVIEW</a:t>
            </a:r>
          </a:p>
        </p:txBody>
      </p:sp>
      <p:pic>
        <p:nvPicPr>
          <p:cNvPr id="42" name="Picture Placeholder 41" descr="box icon">
            <a:extLst>
              <a:ext uri="{FF2B5EF4-FFF2-40B4-BE49-F238E27FC236}">
                <a16:creationId xmlns:a16="http://schemas.microsoft.com/office/drawing/2014/main" id="{7A0C5CE6-9CA6-4807-B23A-A4F89C0310D2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2"/>
          <a:srcRect l="375" r="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76" name="Text Placeholder 75">
            <a:extLst>
              <a:ext uri="{FF2B5EF4-FFF2-40B4-BE49-F238E27FC236}">
                <a16:creationId xmlns:a16="http://schemas.microsoft.com/office/drawing/2014/main" id="{E239EA0A-BE2A-46D5-876A-5614B0A7CF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90069" y="2568679"/>
            <a:ext cx="3008631" cy="348162"/>
          </a:xfrm>
        </p:spPr>
        <p:txBody>
          <a:bodyPr/>
          <a:lstStyle/>
          <a:p>
            <a:r>
              <a:t>BALANCED</a:t>
            </a:r>
          </a:p>
        </p:txBody>
      </p:sp>
      <p:sp>
        <p:nvSpPr>
          <p:cNvPr id="77" name="Text Placeholder 76">
            <a:extLst>
              <a:ext uri="{FF2B5EF4-FFF2-40B4-BE49-F238E27FC236}">
                <a16:creationId xmlns:a16="http://schemas.microsoft.com/office/drawing/2014/main" id="{92FDC44E-20CB-4210-8DA6-F83A46B395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90069" y="2861988"/>
            <a:ext cx="3008630" cy="636682"/>
          </a:xfrm>
        </p:spPr>
        <p:txBody>
          <a:bodyPr/>
          <a:lstStyle/>
          <a:p>
            <a:r>
              <a:t>20,000 human</a:t>
            </a:r>
            <a:br/>
            <a:r>
              <a:t>20,000 AI</a:t>
            </a:r>
          </a:p>
        </p:txBody>
      </p:sp>
      <p:pic>
        <p:nvPicPr>
          <p:cNvPr id="43" name="Picture Placeholder 42" descr="market icon">
            <a:extLst>
              <a:ext uri="{FF2B5EF4-FFF2-40B4-BE49-F238E27FC236}">
                <a16:creationId xmlns:a16="http://schemas.microsoft.com/office/drawing/2014/main" id="{68703471-66FD-4701-B79F-C054E717F50D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 r:embed="rId3"/>
          <a:srcRect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7" name="Text Placeholder 96">
            <a:extLst>
              <a:ext uri="{FF2B5EF4-FFF2-40B4-BE49-F238E27FC236}">
                <a16:creationId xmlns:a16="http://schemas.microsoft.com/office/drawing/2014/main" id="{1C9BBBD5-3078-4A97-8E7D-F5F839845B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3979" y="2568679"/>
            <a:ext cx="3008631" cy="348162"/>
          </a:xfrm>
        </p:spPr>
        <p:txBody>
          <a:bodyPr/>
          <a:lstStyle/>
          <a:p>
            <a:r>
              <a:t>CLEAN</a:t>
            </a:r>
          </a:p>
        </p:txBody>
      </p:sp>
      <p:sp>
        <p:nvSpPr>
          <p:cNvPr id="96" name="Text Placeholder 95">
            <a:extLst>
              <a:ext uri="{FF2B5EF4-FFF2-40B4-BE49-F238E27FC236}">
                <a16:creationId xmlns:a16="http://schemas.microsoft.com/office/drawing/2014/main" id="{CDBDA856-8CC1-449E-B621-022F99358F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13979" y="2861988"/>
            <a:ext cx="3008630" cy="636682"/>
          </a:xfrm>
        </p:spPr>
        <p:txBody>
          <a:bodyPr/>
          <a:lstStyle/>
          <a:p>
            <a:r>
              <a:t>No missing values</a:t>
            </a:r>
            <a:br/>
            <a:r>
              <a:t>No duplicates</a:t>
            </a:r>
          </a:p>
        </p:txBody>
      </p:sp>
      <p:pic>
        <p:nvPicPr>
          <p:cNvPr id="45" name="Picture Placeholder 44" descr="clipboard with check list icon">
            <a:extLst>
              <a:ext uri="{FF2B5EF4-FFF2-40B4-BE49-F238E27FC236}">
                <a16:creationId xmlns:a16="http://schemas.microsoft.com/office/drawing/2014/main" id="{C8D7F118-FF46-4EA6-8CB0-7A7F32EA9B67}"/>
              </a:ext>
            </a:extLst>
          </p:cNvPr>
          <p:cNvPicPr>
            <a:picLocks noGrp="1" noChangeAspect="1"/>
          </p:cNvPicPr>
          <p:nvPr>
            <p:ph type="pic" sz="quarter" idx="28"/>
          </p:nvPr>
        </p:nvPicPr>
        <p:blipFill>
          <a:blip r:embed="rId4"/>
          <a:srcRect l="375" r="375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99" name="Text Placeholder 98">
            <a:extLst>
              <a:ext uri="{FF2B5EF4-FFF2-40B4-BE49-F238E27FC236}">
                <a16:creationId xmlns:a16="http://schemas.microsoft.com/office/drawing/2014/main" id="{3A32E54C-621B-48BA-A803-164046E2AE6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190069" y="5044309"/>
            <a:ext cx="3008631" cy="348162"/>
          </a:xfrm>
        </p:spPr>
        <p:txBody>
          <a:bodyPr/>
          <a:lstStyle/>
          <a:p>
            <a:r>
              <a:t>SPLIT</a:t>
            </a:r>
          </a:p>
        </p:txBody>
      </p:sp>
      <p:sp>
        <p:nvSpPr>
          <p:cNvPr id="98" name="Text Placeholder 97">
            <a:extLst>
              <a:ext uri="{FF2B5EF4-FFF2-40B4-BE49-F238E27FC236}">
                <a16:creationId xmlns:a16="http://schemas.microsoft.com/office/drawing/2014/main" id="{01AED438-7299-4DC8-9DD9-BA1D41DA967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90069" y="5337618"/>
            <a:ext cx="3008630" cy="636682"/>
          </a:xfrm>
        </p:spPr>
        <p:txBody>
          <a:bodyPr/>
          <a:lstStyle/>
          <a:p>
            <a:r>
              <a:t>32k train</a:t>
            </a:r>
            <a:br/>
            <a:r>
              <a:t>4k validation</a:t>
            </a:r>
            <a:br/>
            <a:r>
              <a:t>4k test</a:t>
            </a:r>
          </a:p>
        </p:txBody>
      </p:sp>
      <p:pic>
        <p:nvPicPr>
          <p:cNvPr id="44" name="Picture Placeholder 43" descr="two people talking icon">
            <a:extLst>
              <a:ext uri="{FF2B5EF4-FFF2-40B4-BE49-F238E27FC236}">
                <a16:creationId xmlns:a16="http://schemas.microsoft.com/office/drawing/2014/main" id="{32FDE888-33A7-493E-A23F-0EAAB9E10952}"/>
              </a:ext>
            </a:extLst>
          </p:cNvPr>
          <p:cNvPicPr>
            <a:picLocks noGrp="1" noChangeAspect="1"/>
          </p:cNvPicPr>
          <p:nvPr>
            <p:ph type="pic" sz="quarter" idx="29"/>
          </p:nvPr>
        </p:nvPicPr>
        <p:blipFill>
          <a:blip r:embed="rId5"/>
          <a:srcRect t="131" b="131"/>
          <a:stretch>
            <a:fillRect/>
          </a:stretch>
        </p:blipFill>
        <p:spPr>
          <a:xfrm>
            <a:off x="7906631" y="4298696"/>
            <a:ext cx="603504" cy="603504"/>
          </a:xfrm>
          <a:prstGeom prst="rect">
            <a:avLst/>
          </a:prstGeom>
        </p:spPr>
      </p:pic>
      <p:sp>
        <p:nvSpPr>
          <p:cNvPr id="101" name="Text Placeholder 100">
            <a:extLst>
              <a:ext uri="{FF2B5EF4-FFF2-40B4-BE49-F238E27FC236}">
                <a16:creationId xmlns:a16="http://schemas.microsoft.com/office/drawing/2014/main" id="{9B8F2F1C-23A5-48F0-83ED-64D9A8A3E43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13980" y="5047681"/>
            <a:ext cx="3008631" cy="348162"/>
          </a:xfrm>
        </p:spPr>
        <p:txBody>
          <a:bodyPr/>
          <a:lstStyle/>
          <a:p>
            <a:r>
              <a:t>LENGTH</a:t>
            </a:r>
          </a:p>
        </p:txBody>
      </p:sp>
      <p:sp>
        <p:nvSpPr>
          <p:cNvPr id="100" name="Text Placeholder 99">
            <a:extLst>
              <a:ext uri="{FF2B5EF4-FFF2-40B4-BE49-F238E27FC236}">
                <a16:creationId xmlns:a16="http://schemas.microsoft.com/office/drawing/2014/main" id="{16B8F8D8-59B2-406F-94E0-04DFD90B8D0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13980" y="5340990"/>
            <a:ext cx="3008630" cy="636682"/>
          </a:xfrm>
        </p:spPr>
        <p:txBody>
          <a:bodyPr/>
          <a:lstStyle/>
          <a:p>
            <a:r>
              <a:t>Human avg: 422 words</a:t>
            </a:r>
            <a:br/>
            <a:r>
              <a:t>AI avg: 344 words</a:t>
            </a:r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65EC8A42-193D-43A9-B162-8977ADBDB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3DD70FC9-BBF2-4AF1-9A64-0FB9216835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4</a:t>
            </a:r>
          </a:p>
        </p:txBody>
      </p:sp>
      <p:sp>
        <p:nvSpPr>
          <p:cNvPr id="41" name="Date Placeholder 40">
            <a:extLst>
              <a:ext uri="{FF2B5EF4-FFF2-40B4-BE49-F238E27FC236}">
                <a16:creationId xmlns:a16="http://schemas.microsoft.com/office/drawing/2014/main" id="{0B1681CB-9789-4D10-B109-32AB0A0751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9688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33">
            <a:extLst>
              <a:ext uri="{FF2B5EF4-FFF2-40B4-BE49-F238E27FC236}">
                <a16:creationId xmlns:a16="http://schemas.microsoft.com/office/drawing/2014/main" id="{4BB0BCF4-9D20-4758-AE5E-FC431503F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511" y="760406"/>
            <a:ext cx="5424988" cy="579245"/>
          </a:xfrm>
        </p:spPr>
        <p:txBody>
          <a:bodyPr/>
          <a:lstStyle/>
          <a:p>
            <a:r>
              <a:t>MODELS &amp; EXPERIMENTS</a:t>
            </a:r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F09B50DC-B299-47D5-8FBF-8BB1F764A59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65511" y="3417877"/>
            <a:ext cx="2806280" cy="365125"/>
          </a:xfrm>
        </p:spPr>
        <p:txBody>
          <a:bodyPr/>
          <a:lstStyle/>
          <a:p>
            <a:r>
              <a:t>CLASSIC BASELINE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5B2431E2-5AF0-49F8-8C0F-52F1C117186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65511" y="3766050"/>
            <a:ext cx="2806280" cy="1148945"/>
          </a:xfrm>
        </p:spPr>
        <p:txBody>
          <a:bodyPr/>
          <a:lstStyle/>
          <a:p>
            <a:r>
              <a:t>50,000 TF-IDF unigram/bigram features</a:t>
            </a:r>
            <a:br/>
            <a:r>
              <a:t>Logistic Regression</a:t>
            </a:r>
          </a:p>
        </p:txBody>
      </p:sp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974545B8-60BB-4D0D-8EE6-4D20EFAB71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14520" y="3400925"/>
            <a:ext cx="2806280" cy="365125"/>
          </a:xfrm>
        </p:spPr>
        <p:txBody>
          <a:bodyPr/>
          <a:lstStyle/>
          <a:p>
            <a:r>
              <a:t>DISTILBERT</a:t>
            </a:r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947754CF-0306-43C0-AAC6-F0E44B385D4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14520" y="3749098"/>
            <a:ext cx="2806280" cy="1148945"/>
          </a:xfrm>
        </p:spPr>
        <p:txBody>
          <a:bodyPr/>
          <a:lstStyle/>
          <a:p>
            <a:r>
              <a:t>Contextual Transformer encoder</a:t>
            </a:r>
            <a:br/>
            <a:r>
              <a:t>Maximum length: 256 tokens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08BF14CB-16F9-4C81-89C6-D1803D9FF6C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063529" y="3400925"/>
            <a:ext cx="2692240" cy="365125"/>
          </a:xfrm>
        </p:spPr>
        <p:txBody>
          <a:bodyPr/>
          <a:lstStyle/>
          <a:p>
            <a:r>
              <a:t>TUNING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BF20205F-2E3B-455D-AD51-19DBA042B6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063529" y="3749098"/>
            <a:ext cx="2692240" cy="1148945"/>
          </a:xfrm>
        </p:spPr>
        <p:txBody>
          <a:bodyPr/>
          <a:lstStyle/>
          <a:p>
            <a:r>
              <a:t>2 learning rates</a:t>
            </a:r>
            <a:br/>
            <a:r>
              <a:t>2 batch-size settings</a:t>
            </a:r>
            <a:br/>
            <a:r>
              <a:t>Validation F1 selection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0E4B4A-B5D3-478E-8BA4-CF2034B527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569EA-9732-4A17-BF57-C64DBC5B9E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5</a:t>
            </a:r>
          </a:p>
        </p:txBody>
      </p:sp>
      <p:sp>
        <p:nvSpPr>
          <p:cNvPr id="35" name="Date Placeholder 34">
            <a:extLst>
              <a:ext uri="{FF2B5EF4-FFF2-40B4-BE49-F238E27FC236}">
                <a16:creationId xmlns:a16="http://schemas.microsoft.com/office/drawing/2014/main" id="{34FB5AB1-B6AF-48F2-8193-1762B21100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2E4A9E0-B9B8-477E-BAB2-C435AE05A5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668225" y="2771218"/>
            <a:ext cx="6590075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Oval 12">
            <a:extLst>
              <a:ext uri="{FF2B5EF4-FFF2-40B4-BE49-F238E27FC236}">
                <a16:creationId xmlns:a16="http://schemas.microsoft.com/office/drawing/2014/main" id="{4D367819-9C54-4A3B-90AC-2B4EEEBCCD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895812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5EB2FC54-BDCC-433E-9F5F-4479FEC4CB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69077" y="2471644"/>
            <a:ext cx="599148" cy="59914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FF42323A-F1D2-482E-AE8B-36FC42FCE7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4821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F06236B-DDE6-47A9-8020-9F1D55DB8D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8086" y="2471644"/>
            <a:ext cx="599148" cy="599148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CD56C48C-948A-41FB-A293-F6907B59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36810" y="2298379"/>
            <a:ext cx="945678" cy="945678"/>
          </a:xfrm>
          <a:prstGeom prst="ellipse">
            <a:avLst/>
          </a:prstGeom>
          <a:solidFill>
            <a:schemeClr val="accent1"/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9228EBB1-292A-4381-80B0-8545A1B575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10075" y="2471644"/>
            <a:ext cx="599148" cy="59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0226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Title 58">
            <a:extLst>
              <a:ext uri="{FF2B5EF4-FFF2-40B4-BE49-F238E27FC236}">
                <a16:creationId xmlns:a16="http://schemas.microsoft.com/office/drawing/2014/main" id="{8FA1AC37-B920-4C0A-855F-E5667B422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799" y="1377876"/>
            <a:ext cx="5097428" cy="918377"/>
          </a:xfrm>
        </p:spPr>
        <p:txBody>
          <a:bodyPr/>
          <a:lstStyle/>
          <a:p>
            <a:r>
              <a:t>TEST RESULTS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1CA48589-52FD-4824-BF19-224A2E273F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35012" y="2724048"/>
            <a:ext cx="1786461" cy="1072345"/>
          </a:xfrm>
        </p:spPr>
        <p:txBody>
          <a:bodyPr/>
          <a:lstStyle/>
          <a:p>
            <a:endParaRPr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9D042FA2-80BA-4099-BC0A-A1C43A3BC8D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267209" y="2930881"/>
            <a:ext cx="3639904" cy="387746"/>
          </a:xfrm>
        </p:spPr>
        <p:txBody>
          <a:bodyPr/>
          <a:lstStyle/>
          <a:p>
            <a:endParaRPr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89ED8224-AD26-4331-B8E0-5E0DB516408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267209" y="3282057"/>
            <a:ext cx="3639904" cy="481781"/>
          </a:xfrm>
        </p:spPr>
        <p:txBody>
          <a:bodyPr/>
          <a:lstStyle/>
          <a:p>
            <a:endParaRPr/>
          </a:p>
        </p:txBody>
      </p:sp>
      <p:sp>
        <p:nvSpPr>
          <p:cNvPr id="125" name="Text Placeholder 124">
            <a:extLst>
              <a:ext uri="{FF2B5EF4-FFF2-40B4-BE49-F238E27FC236}">
                <a16:creationId xmlns:a16="http://schemas.microsoft.com/office/drawing/2014/main" id="{28DAD8FC-A8D5-47E3-A7B9-0D4AC6B9198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535012" y="3882118"/>
            <a:ext cx="1786461" cy="1072345"/>
          </a:xfrm>
        </p:spPr>
        <p:txBody>
          <a:bodyPr/>
          <a:lstStyle/>
          <a:p>
            <a:endParaRPr/>
          </a:p>
        </p:txBody>
      </p:sp>
      <p:sp>
        <p:nvSpPr>
          <p:cNvPr id="159" name="Text Placeholder 158">
            <a:extLst>
              <a:ext uri="{FF2B5EF4-FFF2-40B4-BE49-F238E27FC236}">
                <a16:creationId xmlns:a16="http://schemas.microsoft.com/office/drawing/2014/main" id="{9BE337EA-F500-4A54-BFED-61886EF9F79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267209" y="4097257"/>
            <a:ext cx="3639905" cy="387746"/>
          </a:xfrm>
        </p:spPr>
        <p:txBody>
          <a:bodyPr/>
          <a:lstStyle/>
          <a:p>
            <a:endParaRPr/>
          </a:p>
        </p:txBody>
      </p:sp>
      <p:sp>
        <p:nvSpPr>
          <p:cNvPr id="160" name="Text Placeholder 159">
            <a:extLst>
              <a:ext uri="{FF2B5EF4-FFF2-40B4-BE49-F238E27FC236}">
                <a16:creationId xmlns:a16="http://schemas.microsoft.com/office/drawing/2014/main" id="{55622651-7802-488B-BD31-0AB8ED0CD3E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267209" y="4448433"/>
            <a:ext cx="3639905" cy="481781"/>
          </a:xfrm>
        </p:spPr>
        <p:txBody>
          <a:bodyPr/>
          <a:lstStyle/>
          <a:p>
            <a:endParaRPr/>
          </a:p>
        </p:txBody>
      </p:sp>
      <p:sp>
        <p:nvSpPr>
          <p:cNvPr id="194" name="Text Placeholder 193">
            <a:extLst>
              <a:ext uri="{FF2B5EF4-FFF2-40B4-BE49-F238E27FC236}">
                <a16:creationId xmlns:a16="http://schemas.microsoft.com/office/drawing/2014/main" id="{D1A056C5-B103-4338-9B8D-9EED354280F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2535012" y="5046627"/>
            <a:ext cx="1786461" cy="1072345"/>
          </a:xfrm>
        </p:spPr>
        <p:txBody>
          <a:bodyPr/>
          <a:lstStyle/>
          <a:p>
            <a:endParaRPr/>
          </a:p>
        </p:txBody>
      </p:sp>
      <p:sp>
        <p:nvSpPr>
          <p:cNvPr id="209" name="Text Placeholder 208">
            <a:extLst>
              <a:ext uri="{FF2B5EF4-FFF2-40B4-BE49-F238E27FC236}">
                <a16:creationId xmlns:a16="http://schemas.microsoft.com/office/drawing/2014/main" id="{A4FFE943-298E-4CF4-BA89-7378291F712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258730" y="5267189"/>
            <a:ext cx="3639905" cy="387746"/>
          </a:xfrm>
        </p:spPr>
        <p:txBody>
          <a:bodyPr/>
          <a:lstStyle/>
          <a:p>
            <a:endParaRPr/>
          </a:p>
        </p:txBody>
      </p:sp>
      <p:sp>
        <p:nvSpPr>
          <p:cNvPr id="210" name="Text Placeholder 209">
            <a:extLst>
              <a:ext uri="{FF2B5EF4-FFF2-40B4-BE49-F238E27FC236}">
                <a16:creationId xmlns:a16="http://schemas.microsoft.com/office/drawing/2014/main" id="{8EC4802F-F2B0-43C0-A6C4-7B8C3D2EC6E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4258730" y="5618365"/>
            <a:ext cx="3639905" cy="481781"/>
          </a:xfrm>
        </p:spPr>
        <p:txBody>
          <a:bodyPr/>
          <a:lstStyle/>
          <a:p>
            <a:endParaRPr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D619512-A1D4-44AD-8188-F1687FC508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73ED8FD-6B33-4E5E-8834-826A2D1484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6</a:t>
            </a:r>
          </a:p>
        </p:txBody>
      </p:sp>
      <p:sp>
        <p:nvSpPr>
          <p:cNvPr id="152" name="Date Placeholder 151">
            <a:extLst>
              <a:ext uri="{FF2B5EF4-FFF2-40B4-BE49-F238E27FC236}">
                <a16:creationId xmlns:a16="http://schemas.microsoft.com/office/drawing/2014/main" id="{2ED32D40-BFA8-4674-A900-4CD4235C12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A28D05-5C71-4FBA-9474-A7CAFC47F4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93041" y="2866217"/>
            <a:ext cx="0" cy="7880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B9F7893-7745-4F9F-B234-06EB10A6B1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93041" y="4024379"/>
            <a:ext cx="0" cy="7880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F12FC67-38A7-4EBE-AC1E-0DC78A1420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093041" y="5182542"/>
            <a:ext cx="0" cy="788007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pic>
        <p:nvPicPr>
          <p:cNvPr id="211" name="Picture 210" descr="metric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057400"/>
            <a:ext cx="7863840" cy="41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8887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Oval 15">
            <a:extLst>
              <a:ext uri="{FF2B5EF4-FFF2-40B4-BE49-F238E27FC236}">
                <a16:creationId xmlns:a16="http://schemas.microsoft.com/office/drawing/2014/main" id="{319B9FFB-0977-4525-8A44-982CB03E8F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13820" y="2123274"/>
            <a:ext cx="1002380" cy="1002380"/>
          </a:xfrm>
          <a:prstGeom prst="ellipse">
            <a:avLst/>
          </a:prstGeom>
          <a:noFill/>
          <a:ln w="19050"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82F7667-6964-4684-A3BD-F37CCB6F5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50312" y="4204682"/>
            <a:ext cx="1002380" cy="1002380"/>
          </a:xfrm>
          <a:prstGeom prst="ellipse">
            <a:avLst/>
          </a:prstGeom>
          <a:noFill/>
          <a:ln w="1905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39BF04E-4802-4FB1-8AD8-B559526E38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12835" y="4379153"/>
            <a:ext cx="1002380" cy="1002380"/>
          </a:xfrm>
          <a:prstGeom prst="ellipse">
            <a:avLst/>
          </a:prstGeom>
          <a:noFill/>
          <a:ln w="19050">
            <a:solidFill>
              <a:schemeClr val="accent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285C500-FA8C-47EB-A9D6-D73CEC7832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27802" y="4066610"/>
            <a:ext cx="1002380" cy="1002380"/>
          </a:xfrm>
          <a:prstGeom prst="ellipse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5C8F4A0-5A3F-4793-948C-37C7F63BAA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76945" y="4940495"/>
            <a:ext cx="1002380" cy="1002380"/>
          </a:xfrm>
          <a:prstGeom prst="ellipse">
            <a:avLst/>
          </a:prstGeom>
          <a:noFill/>
          <a:ln w="1905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EFDAC96-A13C-45C8-85D9-E76C3F073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504833" y="1861234"/>
            <a:ext cx="1584471" cy="1584471"/>
          </a:xfrm>
          <a:prstGeom prst="ellipse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Title 65">
            <a:extLst>
              <a:ext uri="{FF2B5EF4-FFF2-40B4-BE49-F238E27FC236}">
                <a16:creationId xmlns:a16="http://schemas.microsoft.com/office/drawing/2014/main" id="{2064AD79-FC3F-4ACB-9FCC-5DB4E1A365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107" y="501519"/>
            <a:ext cx="10515600" cy="492025"/>
          </a:xfrm>
        </p:spPr>
        <p:txBody>
          <a:bodyPr/>
          <a:lstStyle/>
          <a:p>
            <a:r>
              <a:t>ERROR TRADE-OFF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778AC672-B3A8-4818-A2DD-4AC4E09C21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27206" y="1599947"/>
            <a:ext cx="1706965" cy="492025"/>
          </a:xfrm>
        </p:spPr>
        <p:txBody>
          <a:bodyPr/>
          <a:lstStyle/>
          <a:p>
            <a:endParaRPr/>
          </a:p>
        </p:txBody>
      </p:sp>
      <p:sp>
        <p:nvSpPr>
          <p:cNvPr id="107" name="Text Placeholder 106">
            <a:extLst>
              <a:ext uri="{FF2B5EF4-FFF2-40B4-BE49-F238E27FC236}">
                <a16:creationId xmlns:a16="http://schemas.microsoft.com/office/drawing/2014/main" id="{D03D5EA3-71CF-48D3-9275-FD6D80F021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423421" y="2378452"/>
            <a:ext cx="1183179" cy="492025"/>
          </a:xfrm>
        </p:spPr>
        <p:txBody>
          <a:bodyPr/>
          <a:lstStyle/>
          <a:p>
            <a:endParaRPr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F4EE2917-789E-49D4-B116-1CFBDB471D7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43586" y="2129182"/>
            <a:ext cx="1706965" cy="1048575"/>
          </a:xfrm>
        </p:spPr>
        <p:txBody>
          <a:bodyPr/>
          <a:lstStyle/>
          <a:p>
            <a:endParaRPr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26BA2DA-C2D4-4602-A901-B6642B65001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1234399" y="3528829"/>
            <a:ext cx="1209143" cy="492025"/>
          </a:xfrm>
        </p:spPr>
        <p:txBody>
          <a:bodyPr/>
          <a:lstStyle/>
          <a:p>
            <a:endParaRPr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9D3632F-CFE2-4072-8A8C-DF1D84B0A5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131018" y="3528829"/>
            <a:ext cx="1380681" cy="492025"/>
          </a:xfrm>
        </p:spPr>
        <p:txBody>
          <a:bodyPr/>
          <a:lstStyle/>
          <a:p>
            <a:endParaRPr/>
          </a:p>
        </p:txBody>
      </p:sp>
      <p:sp>
        <p:nvSpPr>
          <p:cNvPr id="119" name="Text Placeholder 118">
            <a:extLst>
              <a:ext uri="{FF2B5EF4-FFF2-40B4-BE49-F238E27FC236}">
                <a16:creationId xmlns:a16="http://schemas.microsoft.com/office/drawing/2014/main" id="{0F7C41D5-D65D-452F-93E8-B49828DD850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22436" y="4634331"/>
            <a:ext cx="1183179" cy="492025"/>
          </a:xfrm>
        </p:spPr>
        <p:txBody>
          <a:bodyPr/>
          <a:lstStyle/>
          <a:p>
            <a:endParaRPr/>
          </a:p>
        </p:txBody>
      </p:sp>
      <p:sp>
        <p:nvSpPr>
          <p:cNvPr id="118" name="Text Placeholder 117">
            <a:extLst>
              <a:ext uri="{FF2B5EF4-FFF2-40B4-BE49-F238E27FC236}">
                <a16:creationId xmlns:a16="http://schemas.microsoft.com/office/drawing/2014/main" id="{F91DCB5A-57D3-4EBF-A9A1-B708D2A1340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59913" y="4459860"/>
            <a:ext cx="1183179" cy="492025"/>
          </a:xfrm>
        </p:spPr>
        <p:txBody>
          <a:bodyPr/>
          <a:lstStyle/>
          <a:p>
            <a:endParaRPr/>
          </a:p>
        </p:txBody>
      </p:sp>
      <p:sp>
        <p:nvSpPr>
          <p:cNvPr id="120" name="Text Placeholder 119">
            <a:extLst>
              <a:ext uri="{FF2B5EF4-FFF2-40B4-BE49-F238E27FC236}">
                <a16:creationId xmlns:a16="http://schemas.microsoft.com/office/drawing/2014/main" id="{8C60C4A6-41AD-4FB6-A2B5-385108B9D92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37403" y="4321788"/>
            <a:ext cx="1183179" cy="492025"/>
          </a:xfrm>
        </p:spPr>
        <p:txBody>
          <a:bodyPr/>
          <a:lstStyle/>
          <a:p>
            <a:endParaRPr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DD0E0121-9CF8-404E-ACC6-53AFD861FE0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927206" y="5468790"/>
            <a:ext cx="1706965" cy="492025"/>
          </a:xfrm>
        </p:spPr>
        <p:txBody>
          <a:bodyPr/>
          <a:lstStyle/>
          <a:p>
            <a:endParaRPr/>
          </a:p>
        </p:txBody>
      </p:sp>
      <p:sp>
        <p:nvSpPr>
          <p:cNvPr id="121" name="Text Placeholder 120">
            <a:extLst>
              <a:ext uri="{FF2B5EF4-FFF2-40B4-BE49-F238E27FC236}">
                <a16:creationId xmlns:a16="http://schemas.microsoft.com/office/drawing/2014/main" id="{7B873056-ABAF-409E-9B1F-8C0284480F9A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486546" y="5195673"/>
            <a:ext cx="1183179" cy="492025"/>
          </a:xfrm>
        </p:spPr>
        <p:txBody>
          <a:bodyPr/>
          <a:lstStyle/>
          <a:p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D96604-7FB5-4F50-A96E-4386473A5A9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6D13EE-70A1-4778-AF2D-A9A1C2D827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7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4F174361-981D-49E5-B0D5-8F14C3C47F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  <p:pic>
        <p:nvPicPr>
          <p:cNvPr id="122" name="Picture 121" descr="error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240" y="1508760"/>
            <a:ext cx="7955279" cy="47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0618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Title 977">
            <a:extLst>
              <a:ext uri="{FF2B5EF4-FFF2-40B4-BE49-F238E27FC236}">
                <a16:creationId xmlns:a16="http://schemas.microsoft.com/office/drawing/2014/main" id="{97E8AD1C-83FE-43D6-93CF-EF82BAE4A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6975" y="1144939"/>
            <a:ext cx="5473874" cy="687833"/>
          </a:xfrm>
        </p:spPr>
        <p:txBody>
          <a:bodyPr/>
          <a:lstStyle/>
          <a:p>
            <a:r>
              <a:t>CONFUSION MATRICES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09015563-070E-44B6-A631-0F7B138A49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519730" y="1836492"/>
            <a:ext cx="5152539" cy="718457"/>
          </a:xfrm>
        </p:spPr>
        <p:txBody>
          <a:bodyPr/>
          <a:lstStyle/>
          <a:p>
            <a:r>
              <a:t>Actual test-set counts</a:t>
            </a:r>
          </a:p>
        </p:txBody>
      </p:sp>
      <p:sp>
        <p:nvSpPr>
          <p:cNvPr id="259" name="Text Placeholder 258">
            <a:extLst>
              <a:ext uri="{FF2B5EF4-FFF2-40B4-BE49-F238E27FC236}">
                <a16:creationId xmlns:a16="http://schemas.microsoft.com/office/drawing/2014/main" id="{4E3CE8A3-706A-4699-B699-A35574C8DBC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63991" y="2822318"/>
            <a:ext cx="3574251" cy="448769"/>
          </a:xfrm>
        </p:spPr>
        <p:txBody>
          <a:bodyPr/>
          <a:lstStyle/>
          <a:p>
            <a:r>
              <a:t>Baseline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5508E97-4AAC-4B93-BC54-AFF59B214C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r>
              <a:t>Revenue by year</a:t>
            </a:r>
          </a:p>
        </p:txBody>
      </p:sp>
      <p:sp>
        <p:nvSpPr>
          <p:cNvPr id="778" name="Footer Placeholder 777">
            <a:extLst>
              <a:ext uri="{FF2B5EF4-FFF2-40B4-BE49-F238E27FC236}">
                <a16:creationId xmlns:a16="http://schemas.microsoft.com/office/drawing/2014/main" id="{19834C9A-0F33-41A0-87C5-895769CD72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DistilBERT</a:t>
            </a:r>
          </a:p>
        </p:txBody>
      </p:sp>
      <p:sp>
        <p:nvSpPr>
          <p:cNvPr id="779" name="Slide Number Placeholder 778">
            <a:extLst>
              <a:ext uri="{FF2B5EF4-FFF2-40B4-BE49-F238E27FC236}">
                <a16:creationId xmlns:a16="http://schemas.microsoft.com/office/drawing/2014/main" id="{766B8C96-025A-4125-B64A-B90AECE1D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8</a:t>
            </a:r>
          </a:p>
        </p:txBody>
      </p:sp>
      <p:sp>
        <p:nvSpPr>
          <p:cNvPr id="960" name="Date Placeholder 959">
            <a:extLst>
              <a:ext uri="{FF2B5EF4-FFF2-40B4-BE49-F238E27FC236}">
                <a16:creationId xmlns:a16="http://schemas.microsoft.com/office/drawing/2014/main" id="{AA069620-EBBB-45EF-B222-22B45D475F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  <p:graphicFrame>
        <p:nvGraphicFramePr>
          <p:cNvPr id="30" name="Content Placeholder 13" descr="Chart">
            <a:extLst>
              <a:ext uri="{FF2B5EF4-FFF2-40B4-BE49-F238E27FC236}">
                <a16:creationId xmlns:a16="http://schemas.microsoft.com/office/drawing/2014/main" id="{776AF5D3-23C6-406C-884A-E5C415BD94A2}"/>
              </a:ext>
            </a:extLst>
          </p:cNvPr>
          <p:cNvGraphicFramePr>
            <a:graphicFrameLocks noGrp="1"/>
          </p:cNvGraphicFramePr>
          <p:nvPr>
            <p:ph sz="quarter" idx="33"/>
            <p:extLst>
              <p:ext uri="{D42A27DB-BD31-4B8C-83A1-F6EECF244321}">
                <p14:modId xmlns:p14="http://schemas.microsoft.com/office/powerpoint/2010/main" val="800023400"/>
              </p:ext>
            </p:extLst>
          </p:nvPr>
        </p:nvGraphicFramePr>
        <p:xfrm>
          <a:off x="5980176" y="3333749"/>
          <a:ext cx="4999580" cy="30001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79" name="Rectangle 978"/>
          <p:cNvSpPr/>
          <p:nvPr/>
        </p:nvSpPr>
        <p:spPr>
          <a:xfrm>
            <a:off x="502920" y="1920240"/>
            <a:ext cx="10789920" cy="4297680"/>
          </a:xfrm>
          <a:prstGeom prst="rect">
            <a:avLst/>
          </a:prstGeom>
          <a:solidFill>
            <a:srgbClr val="2B00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980" name="Picture 979" descr="baseline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40280"/>
            <a:ext cx="4846320" cy="4307840"/>
          </a:xfrm>
          <a:prstGeom prst="rect">
            <a:avLst/>
          </a:prstGeom>
        </p:spPr>
      </p:pic>
      <p:pic>
        <p:nvPicPr>
          <p:cNvPr id="981" name="Picture 980" descr="distilbert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9320" y="2240280"/>
            <a:ext cx="4846320" cy="430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992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7">
            <a:extLst>
              <a:ext uri="{FF2B5EF4-FFF2-40B4-BE49-F238E27FC236}">
                <a16:creationId xmlns:a16="http://schemas.microsoft.com/office/drawing/2014/main" id="{8A6AD16E-8FB5-4AC7-941E-313FBED60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79441" y="1259911"/>
            <a:ext cx="5124189" cy="492302"/>
          </a:xfrm>
        </p:spPr>
        <p:txBody>
          <a:bodyPr/>
          <a:lstStyle/>
          <a:p>
            <a:r>
              <a:t>KEY FINDINGS &amp; ETHICS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A3F3E4C8-A3E9-4D1E-AAF8-A6C4EF21F04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13295" y="2222306"/>
            <a:ext cx="4856479" cy="2413388"/>
          </a:xfrm>
        </p:spPr>
        <p:txBody>
          <a:bodyPr/>
          <a:lstStyle/>
          <a:p>
            <a:r>
              <a:rPr dirty="0" err="1"/>
              <a:t>DistilBERT</a:t>
            </a:r>
            <a:r>
              <a:rPr dirty="0"/>
              <a:t> achieved the best F1 score: 99.30%</a:t>
            </a:r>
            <a:br>
              <a:rPr dirty="0"/>
            </a:br>
            <a:br>
              <a:rPr dirty="0"/>
            </a:br>
            <a:r>
              <a:rPr dirty="0"/>
              <a:t>It reduced false negatives from 40 to 12, but false positives increased from 13 to 16.</a:t>
            </a:r>
            <a:br>
              <a:rPr dirty="0"/>
            </a:br>
            <a:br>
              <a:rPr dirty="0"/>
            </a:br>
            <a:r>
              <a:rPr dirty="0"/>
              <a:t>Human essays with formal structure were sometimes flagged as AI. Generated texts with deliberate errors sometimes appeared human.</a:t>
            </a:r>
            <a:br>
              <a:rPr dirty="0"/>
            </a:br>
            <a:br>
              <a:rPr dirty="0"/>
            </a:br>
            <a:r>
              <a:rPr dirty="0"/>
              <a:t>Recommendation: use the detector only as a screening tool with human review.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2EB208E-E68C-4B43-8AD1-6B9A7F5F5B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12822BD-8CF7-4472-A607-0DD012817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9</a:t>
            </a:r>
          </a:p>
        </p:txBody>
      </p:sp>
      <p:sp>
        <p:nvSpPr>
          <p:cNvPr id="42" name="Date Placeholder 41">
            <a:extLst>
              <a:ext uri="{FF2B5EF4-FFF2-40B4-BE49-F238E27FC236}">
                <a16:creationId xmlns:a16="http://schemas.microsoft.com/office/drawing/2014/main" id="{58C1F07E-94CC-45BF-8EE6-8CD7BD89CE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946034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8">
            <a:extLst>
              <a:ext uri="{FF2B5EF4-FFF2-40B4-BE49-F238E27FC236}">
                <a16:creationId xmlns:a16="http://schemas.microsoft.com/office/drawing/2014/main" id="{9EF1D37D-7D53-43D9-B054-3B3A36C7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6851" y="333486"/>
            <a:ext cx="4989629" cy="1015066"/>
          </a:xfrm>
        </p:spPr>
        <p:txBody>
          <a:bodyPr/>
          <a:lstStyle/>
          <a:p>
            <a:r>
              <a:rPr dirty="0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4B54C36-E55C-4D10-96EB-21DBB6481D7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0910" y="1590737"/>
            <a:ext cx="4989628" cy="4853093"/>
          </a:xfrm>
        </p:spPr>
        <p:txBody>
          <a:bodyPr>
            <a:normAutofit lnSpcReduction="10000"/>
          </a:bodyPr>
          <a:lstStyle/>
          <a:p>
            <a:pPr algn="l"/>
            <a:r>
              <a:rPr dirty="0"/>
              <a:t>Questions?</a:t>
            </a:r>
            <a:br>
              <a:rPr dirty="0"/>
            </a:br>
            <a:br>
              <a:rPr dirty="0"/>
            </a:br>
            <a:r>
              <a:rPr dirty="0"/>
              <a:t>GitHub: </a:t>
            </a:r>
            <a:r>
              <a:rPr dirty="0">
                <a:hlinkClick r:id="rId2"/>
              </a:rPr>
              <a:t>https://github.com/Atem2222/SEA-820-NLP-Final-Project-Detecting-AI-Generated-Text</a:t>
            </a:r>
            <a:endParaRPr lang="en-CA" dirty="0"/>
          </a:p>
          <a:p>
            <a:pPr algn="l"/>
            <a:br>
              <a:rPr dirty="0"/>
            </a:br>
            <a:r>
              <a:rPr dirty="0"/>
              <a:t>Dataset: Kaggle AI vs. Human Text</a:t>
            </a:r>
          </a:p>
          <a:p>
            <a:pPr algn="l"/>
            <a:r>
              <a:rPr dirty="0">
                <a:hlinkClick r:id="rId3"/>
              </a:rPr>
              <a:t>https://www.kaggle.com/datasets/arjunverma2004/ai-vs-human-text-balanced-180k-records?resource=download</a:t>
            </a:r>
            <a:endParaRPr lang="en-CA" dirty="0"/>
          </a:p>
          <a:p>
            <a:pPr algn="l"/>
            <a:br>
              <a:rPr dirty="0"/>
            </a:br>
            <a:br>
              <a:rPr dirty="0"/>
            </a:br>
            <a:endParaRPr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259BDD-35DF-471C-9AF0-8580048617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10541127" y="1408176"/>
            <a:ext cx="2770499" cy="365125"/>
          </a:xfrm>
        </p:spPr>
        <p:txBody>
          <a:bodyPr/>
          <a:lstStyle/>
          <a:p>
            <a:r>
              <a:t>AI TEXT DETECTION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185F1A6-517F-4333-A04B-A1833CCBA4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9019" y="3164804"/>
            <a:ext cx="545911" cy="580029"/>
          </a:xfrm>
        </p:spPr>
        <p:txBody>
          <a:bodyPr/>
          <a:lstStyle/>
          <a:p>
            <a:r>
              <a:t>10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A6332EFB-A5F4-469F-9C70-AB8197068B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595991" y="5074920"/>
            <a:ext cx="2647667" cy="365125"/>
          </a:xfrm>
        </p:spPr>
        <p:txBody>
          <a:bodyPr/>
          <a:lstStyle/>
          <a:p>
            <a:r>
              <a:t>SEA 820 -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80694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8">
      <a:dk1>
        <a:sysClr val="windowText" lastClr="000000"/>
      </a:dk1>
      <a:lt1>
        <a:sysClr val="window" lastClr="FFFFFF"/>
      </a:lt1>
      <a:dk2>
        <a:srgbClr val="140A59"/>
      </a:dk2>
      <a:lt2>
        <a:srgbClr val="E7E6E6"/>
      </a:lt2>
      <a:accent1>
        <a:srgbClr val="2B0348"/>
      </a:accent1>
      <a:accent2>
        <a:srgbClr val="763788"/>
      </a:accent2>
      <a:accent3>
        <a:srgbClr val="EF050C"/>
      </a:accent3>
      <a:accent4>
        <a:srgbClr val="B01E4C"/>
      </a:accent4>
      <a:accent5>
        <a:srgbClr val="0565FA"/>
      </a:accent5>
      <a:accent6>
        <a:srgbClr val="0BE1FF"/>
      </a:accent6>
      <a:hlink>
        <a:srgbClr val="0563C1"/>
      </a:hlink>
      <a:folHlink>
        <a:srgbClr val="954F72"/>
      </a:folHlink>
    </a:clrScheme>
    <a:fontScheme name="Custom 15">
      <a:majorFont>
        <a:latin typeface="Century Gothic Bold"/>
        <a:ea typeface=""/>
        <a:cs typeface=""/>
      </a:majorFont>
      <a:minorFont>
        <a:latin typeface="Daytona Pro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uturistic Pitch Deck_TM56488565_Win32_JC_SL_v4" id="{6C16C3F5-3ABD-4B2B-B436-2E1E9CE9969F}" vid="{647D9492-9D63-44AA-8DEA-C98668FC47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C2B339A-BBCD-4BF4-A3FE-AE1F9B12F7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71989D7-CF02-4DC5-9433-98B600ACA0D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B8A4BC3-D1CE-4BB2-9C42-D67FD92CAF7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Futuristic pitch deck</Template>
  <TotalTime>4</TotalTime>
  <Words>378</Words>
  <Application>Microsoft Office PowerPoint</Application>
  <PresentationFormat>Widescreen</PresentationFormat>
  <Paragraphs>82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Century Gothic Bold</vt:lpstr>
      <vt:lpstr>Courier New</vt:lpstr>
      <vt:lpstr>Daytona Pro Light</vt:lpstr>
      <vt:lpstr>Office Theme</vt:lpstr>
      <vt:lpstr>DETECTING AI-GENERATED TEXT</vt:lpstr>
      <vt:lpstr>PROBLEM &amp; OBJECTIVE</vt:lpstr>
      <vt:lpstr>PROJECT WORKFLOW</vt:lpstr>
      <vt:lpstr>DATASET OVERVIEW</vt:lpstr>
      <vt:lpstr>MODELS &amp; EXPERIMENTS</vt:lpstr>
      <vt:lpstr>TEST RESULTS</vt:lpstr>
      <vt:lpstr>ERROR TRADE-OFF</vt:lpstr>
      <vt:lpstr>CONFUSION MATRICES</vt:lpstr>
      <vt:lpstr>KEY FINDINGS &amp; ETHICS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- Atem-Ako Eyong Atem</dc:creator>
  <cp:lastModifiedBy>- Atem-Ako Eyong Atem</cp:lastModifiedBy>
  <cp:revision>2</cp:revision>
  <dcterms:created xsi:type="dcterms:W3CDTF">2026-07-20T20:46:54Z</dcterms:created>
  <dcterms:modified xsi:type="dcterms:W3CDTF">2026-07-20T21:06:03Z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